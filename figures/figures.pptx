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5" r:id="rId4"/>
    <p:sldId id="266" r:id="rId5"/>
    <p:sldId id="267" r:id="rId6"/>
    <p:sldId id="269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7"/>
    <p:restoredTop sz="94932"/>
  </p:normalViewPr>
  <p:slideViewPr>
    <p:cSldViewPr snapToGrid="0">
      <p:cViewPr varScale="1">
        <p:scale>
          <a:sx n="115" d="100"/>
          <a:sy n="115" d="100"/>
        </p:scale>
        <p:origin x="31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10/22/25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emf"/><Relationship Id="rId3" Type="http://schemas.openxmlformats.org/officeDocument/2006/relationships/image" Target="../media/image16.png"/><Relationship Id="rId7" Type="http://schemas.openxmlformats.org/officeDocument/2006/relationships/image" Target="../media/image20.e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2A6A0A46-B159-BB3F-829A-864D74E9EEBF}"/>
              </a:ext>
            </a:extLst>
          </p:cNvPr>
          <p:cNvGrpSpPr/>
          <p:nvPr/>
        </p:nvGrpSpPr>
        <p:grpSpPr>
          <a:xfrm>
            <a:off x="428264" y="4743499"/>
            <a:ext cx="7257736" cy="1599525"/>
            <a:chOff x="2397714" y="2651360"/>
            <a:chExt cx="12839743" cy="249438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5D75DFC-C9AC-7488-D035-FDAF2B520D25}"/>
                    </a:ext>
                  </a:extLst>
                </p:cNvPr>
                <p:cNvSpPr txBox="1"/>
                <p:nvPr/>
              </p:nvSpPr>
              <p:spPr>
                <a:xfrm>
                  <a:off x="2397714" y="2702605"/>
                  <a:ext cx="3997270" cy="21163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1. 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SINDy</a:t>
                  </a:r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sz="1200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𝚽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d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𝝃</m:t>
                        </m:r>
                      </m:oMath>
                    </m:oMathPara>
                  </a14:m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5D75DFC-C9AC-7488-D035-FDAF2B520D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7714" y="2702605"/>
                  <a:ext cx="3997270" cy="2116338"/>
                </a:xfrm>
                <a:prstGeom prst="rect">
                  <a:avLst/>
                </a:prstGeom>
                <a:blipFill>
                  <a:blip r:embed="rId2"/>
                  <a:stretch>
                    <a:fillRect t="-2804" b="-18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B0B8590-04C9-31C2-9D9A-323B479DD323}"/>
                    </a:ext>
                  </a:extLst>
                </p:cNvPr>
                <p:cNvSpPr txBox="1"/>
                <p:nvPr/>
              </p:nvSpPr>
              <p:spPr>
                <a:xfrm>
                  <a:off x="6342476" y="2702479"/>
                  <a:ext cx="3997270" cy="20703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2. NN-driven</a:t>
                  </a: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𝒅𝒛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   </a:t>
                  </a: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B0B8590-04C9-31C2-9D9A-323B479DD3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2476" y="2702479"/>
                  <a:ext cx="3997270" cy="2070342"/>
                </a:xfrm>
                <a:prstGeom prst="rect">
                  <a:avLst/>
                </a:prstGeom>
                <a:blipFill>
                  <a:blip r:embed="rId3"/>
                  <a:stretch>
                    <a:fillRect l="-1117" t="-2857" r="-11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Picture 2" descr="Generated image">
              <a:extLst>
                <a:ext uri="{FF2B5EF4-FFF2-40B4-BE49-F238E27FC236}">
                  <a16:creationId xmlns:a16="http://schemas.microsoft.com/office/drawing/2014/main" id="{5DA3E199-BD9C-54FF-3A77-201DAB1659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A"/>
                </a:clrFrom>
                <a:clrTo>
                  <a:srgbClr val="FFFFFA">
                    <a:alpha val="0"/>
                  </a:srgbClr>
                </a:clrTo>
              </a:clrChange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42" t="20900" r="19546" b="23955"/>
            <a:stretch>
              <a:fillRect/>
            </a:stretch>
          </p:blipFill>
          <p:spPr bwMode="auto">
            <a:xfrm>
              <a:off x="7205985" y="3373070"/>
              <a:ext cx="2581514" cy="15378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92EADA5-2FDF-BF80-976C-ECBF2A0A0375}"/>
                    </a:ext>
                  </a:extLst>
                </p:cNvPr>
                <p:cNvSpPr txBox="1"/>
                <p:nvPr/>
              </p:nvSpPr>
              <p:spPr>
                <a:xfrm>
                  <a:off x="10888715" y="2651360"/>
                  <a:ext cx="4348741" cy="18718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3. Autoregressive (AR)</a:t>
                  </a: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92EADA5-2FDF-BF80-976C-ECBF2A0A0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88715" y="2651360"/>
                  <a:ext cx="4348741" cy="1871857"/>
                </a:xfrm>
                <a:prstGeom prst="rect">
                  <a:avLst/>
                </a:prstGeom>
                <a:blipFill>
                  <a:blip r:embed="rId5"/>
                  <a:stretch>
                    <a:fillRect l="-1538" t="-2083" r="-1538" b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8" name="Picture 2" descr="Generated image">
              <a:extLst>
                <a:ext uri="{FF2B5EF4-FFF2-40B4-BE49-F238E27FC236}">
                  <a16:creationId xmlns:a16="http://schemas.microsoft.com/office/drawing/2014/main" id="{DE840911-758B-4418-D637-F5E161FC5E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A"/>
                </a:clrFrom>
                <a:clrTo>
                  <a:srgbClr val="FFFFFA">
                    <a:alpha val="0"/>
                  </a:srgbClr>
                </a:clrTo>
              </a:clrChange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42" t="20900" r="19546" b="23955"/>
            <a:stretch>
              <a:fillRect/>
            </a:stretch>
          </p:blipFill>
          <p:spPr bwMode="auto">
            <a:xfrm>
              <a:off x="11548685" y="3283768"/>
              <a:ext cx="2581514" cy="15378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3767579-5BAB-67C3-F886-9D0D17F4C808}"/>
                </a:ext>
              </a:extLst>
            </p:cNvPr>
            <p:cNvCxnSpPr>
              <a:cxnSpLocks/>
            </p:cNvCxnSpPr>
            <p:nvPr/>
          </p:nvCxnSpPr>
          <p:spPr>
            <a:xfrm>
              <a:off x="6342476" y="2702479"/>
              <a:ext cx="0" cy="243409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24EA94C-ED97-32E0-DF05-82E04BEE9E97}"/>
                </a:ext>
              </a:extLst>
            </p:cNvPr>
            <p:cNvCxnSpPr>
              <a:cxnSpLocks/>
            </p:cNvCxnSpPr>
            <p:nvPr/>
          </p:nvCxnSpPr>
          <p:spPr>
            <a:xfrm>
              <a:off x="10535191" y="2711652"/>
              <a:ext cx="0" cy="243409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63484FE-86D3-F9CD-2D68-FF96FBF3B514}"/>
              </a:ext>
            </a:extLst>
          </p:cNvPr>
          <p:cNvCxnSpPr>
            <a:cxnSpLocks/>
          </p:cNvCxnSpPr>
          <p:nvPr/>
        </p:nvCxnSpPr>
        <p:spPr>
          <a:xfrm>
            <a:off x="843320" y="4112732"/>
            <a:ext cx="67898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rapezoid 8">
            <a:extLst>
              <a:ext uri="{FF2B5EF4-FFF2-40B4-BE49-F238E27FC236}">
                <a16:creationId xmlns:a16="http://schemas.microsoft.com/office/drawing/2014/main" id="{731F69AB-64A2-6DA5-614F-35A32C377816}"/>
              </a:ext>
            </a:extLst>
          </p:cNvPr>
          <p:cNvSpPr/>
          <p:nvPr/>
        </p:nvSpPr>
        <p:spPr>
          <a:xfrm rot="5400000">
            <a:off x="2336310" y="1017195"/>
            <a:ext cx="1661786" cy="829568"/>
          </a:xfrm>
          <a:prstGeom prst="trapezoid">
            <a:avLst>
              <a:gd name="adj" fmla="val 57461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E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Encoder</a:t>
            </a:r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76C7DFCC-FAD5-E3E7-81C8-9ECF6B6A2219}"/>
              </a:ext>
            </a:extLst>
          </p:cNvPr>
          <p:cNvSpPr/>
          <p:nvPr/>
        </p:nvSpPr>
        <p:spPr>
          <a:xfrm rot="5400000" flipV="1">
            <a:off x="4708906" y="1006588"/>
            <a:ext cx="1638778" cy="853373"/>
          </a:xfrm>
          <a:prstGeom prst="trapezoid">
            <a:avLst>
              <a:gd name="adj" fmla="val 52795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D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Decoder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3451D1-B605-E6C2-5998-BB6554215312}"/>
              </a:ext>
            </a:extLst>
          </p:cNvPr>
          <p:cNvSpPr/>
          <p:nvPr/>
        </p:nvSpPr>
        <p:spPr>
          <a:xfrm>
            <a:off x="3505441" y="2467824"/>
            <a:ext cx="1741989" cy="88311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F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Dynamics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49A17B-03ED-B02A-6DD4-AEA2CB33B2AD}"/>
              </a:ext>
            </a:extLst>
          </p:cNvPr>
          <p:cNvCxnSpPr>
            <a:cxnSpLocks/>
          </p:cNvCxnSpPr>
          <p:nvPr/>
        </p:nvCxnSpPr>
        <p:spPr>
          <a:xfrm>
            <a:off x="2216526" y="1482978"/>
            <a:ext cx="425556" cy="39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D042E131-C70A-6E8E-F7D4-2159F277E9A8}"/>
                  </a:ext>
                </a:extLst>
              </p:cNvPr>
              <p:cNvSpPr txBox="1"/>
              <p:nvPr/>
            </p:nvSpPr>
            <p:spPr>
              <a:xfrm>
                <a:off x="4055128" y="1336111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D042E131-C70A-6E8E-F7D4-2159F277E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5128" y="1336111"/>
                <a:ext cx="5757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63CF4E-A1EC-D01D-5497-2D352643F318}"/>
              </a:ext>
            </a:extLst>
          </p:cNvPr>
          <p:cNvCxnSpPr>
            <a:cxnSpLocks/>
          </p:cNvCxnSpPr>
          <p:nvPr/>
        </p:nvCxnSpPr>
        <p:spPr>
          <a:xfrm>
            <a:off x="3620401" y="1493146"/>
            <a:ext cx="43908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00ACC8-E5D1-E738-BB9D-821402F49EC2}"/>
              </a:ext>
            </a:extLst>
          </p:cNvPr>
          <p:cNvCxnSpPr>
            <a:cxnSpLocks/>
          </p:cNvCxnSpPr>
          <p:nvPr/>
        </p:nvCxnSpPr>
        <p:spPr>
          <a:xfrm>
            <a:off x="4588622" y="1496163"/>
            <a:ext cx="417818" cy="132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D46695C8-C3FC-FF4F-A331-734B7150B70A}"/>
              </a:ext>
            </a:extLst>
          </p:cNvPr>
          <p:cNvSpPr/>
          <p:nvPr/>
        </p:nvSpPr>
        <p:spPr>
          <a:xfrm rot="5400000">
            <a:off x="1171275" y="1300617"/>
            <a:ext cx="1707721" cy="27594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chemeClr val="tx1"/>
                </a:solidFill>
              </a:rPr>
              <a:t>Normalize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35">
                <a:extLst>
                  <a:ext uri="{FF2B5EF4-FFF2-40B4-BE49-F238E27FC236}">
                    <a16:creationId xmlns:a16="http://schemas.microsoft.com/office/drawing/2014/main" id="{FA236886-EE14-722D-BC2D-E80E2EBDC0F7}"/>
                  </a:ext>
                </a:extLst>
              </p:cNvPr>
              <p:cNvSpPr txBox="1"/>
              <p:nvPr/>
            </p:nvSpPr>
            <p:spPr>
              <a:xfrm>
                <a:off x="957706" y="129026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53" name="TextBox 35">
                <a:extLst>
                  <a:ext uri="{FF2B5EF4-FFF2-40B4-BE49-F238E27FC236}">
                    <a16:creationId xmlns:a16="http://schemas.microsoft.com/office/drawing/2014/main" id="{FA236886-EE14-722D-BC2D-E80E2EBD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706" y="1290263"/>
                <a:ext cx="575725" cy="307777"/>
              </a:xfrm>
              <a:prstGeom prst="rect">
                <a:avLst/>
              </a:prstGeom>
              <a:blipFill>
                <a:blip r:embed="rId7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2A900F1-B745-6AD2-0175-CE011B5D95B5}"/>
              </a:ext>
            </a:extLst>
          </p:cNvPr>
          <p:cNvCxnSpPr>
            <a:cxnSpLocks/>
          </p:cNvCxnSpPr>
          <p:nvPr/>
        </p:nvCxnSpPr>
        <p:spPr>
          <a:xfrm>
            <a:off x="1448625" y="1469130"/>
            <a:ext cx="362477" cy="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35">
                <a:extLst>
                  <a:ext uri="{FF2B5EF4-FFF2-40B4-BE49-F238E27FC236}">
                    <a16:creationId xmlns:a16="http://schemas.microsoft.com/office/drawing/2014/main" id="{8C18E4D3-330F-8253-FFFA-1D4D29CB180A}"/>
                  </a:ext>
                </a:extLst>
              </p:cNvPr>
              <p:cNvSpPr txBox="1"/>
              <p:nvPr/>
            </p:nvSpPr>
            <p:spPr>
              <a:xfrm>
                <a:off x="7361806" y="1329729"/>
                <a:ext cx="27594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56" name="TextBox 35">
                <a:extLst>
                  <a:ext uri="{FF2B5EF4-FFF2-40B4-BE49-F238E27FC236}">
                    <a16:creationId xmlns:a16="http://schemas.microsoft.com/office/drawing/2014/main" id="{8C18E4D3-330F-8253-FFFA-1D4D29CB18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806" y="1329729"/>
                <a:ext cx="275944" cy="307777"/>
              </a:xfrm>
              <a:prstGeom prst="rect">
                <a:avLst/>
              </a:prstGeom>
              <a:blipFill>
                <a:blip r:embed="rId8"/>
                <a:stretch>
                  <a:fillRect l="-26087" r="-130435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56">
            <a:extLst>
              <a:ext uri="{FF2B5EF4-FFF2-40B4-BE49-F238E27FC236}">
                <a16:creationId xmlns:a16="http://schemas.microsoft.com/office/drawing/2014/main" id="{08088F81-3654-66D6-034F-13B12EC324C5}"/>
              </a:ext>
            </a:extLst>
          </p:cNvPr>
          <p:cNvSpPr/>
          <p:nvPr/>
        </p:nvSpPr>
        <p:spPr>
          <a:xfrm rot="5400000">
            <a:off x="5969643" y="1331158"/>
            <a:ext cx="1707721" cy="27594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chemeClr val="tx1"/>
                </a:solidFill>
              </a:rPr>
              <a:t>Denormalize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6EBB918-602D-1C51-D8E0-E7734D1D07CD}"/>
              </a:ext>
            </a:extLst>
          </p:cNvPr>
          <p:cNvCxnSpPr>
            <a:cxnSpLocks/>
          </p:cNvCxnSpPr>
          <p:nvPr/>
        </p:nvCxnSpPr>
        <p:spPr>
          <a:xfrm>
            <a:off x="6029834" y="1533517"/>
            <a:ext cx="5805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5B91910-378F-287B-98FC-26449B4ECDB9}"/>
              </a:ext>
            </a:extLst>
          </p:cNvPr>
          <p:cNvCxnSpPr>
            <a:cxnSpLocks/>
          </p:cNvCxnSpPr>
          <p:nvPr/>
        </p:nvCxnSpPr>
        <p:spPr>
          <a:xfrm>
            <a:off x="6999644" y="1509418"/>
            <a:ext cx="38402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489D79C0-3471-851F-32D2-1C55D18E5832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>
            <a:off x="3279519" y="1873651"/>
            <a:ext cx="1261653" cy="809808"/>
          </a:xfrm>
          <a:prstGeom prst="curvedConnector4">
            <a:avLst>
              <a:gd name="adj1" fmla="val 32501"/>
              <a:gd name="adj2" fmla="val 128229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urved Connector 69">
            <a:extLst>
              <a:ext uri="{FF2B5EF4-FFF2-40B4-BE49-F238E27FC236}">
                <a16:creationId xmlns:a16="http://schemas.microsoft.com/office/drawing/2014/main" id="{182A9C2C-C36D-95E1-6B4A-9F3ABF1AC9AC}"/>
              </a:ext>
            </a:extLst>
          </p:cNvPr>
          <p:cNvCxnSpPr>
            <a:cxnSpLocks/>
            <a:stCxn id="11" idx="6"/>
          </p:cNvCxnSpPr>
          <p:nvPr/>
        </p:nvCxnSpPr>
        <p:spPr>
          <a:xfrm flipH="1" flipV="1">
            <a:off x="4599388" y="1647728"/>
            <a:ext cx="648042" cy="1261654"/>
          </a:xfrm>
          <a:prstGeom prst="curvedConnector4">
            <a:avLst>
              <a:gd name="adj1" fmla="val -35275"/>
              <a:gd name="adj2" fmla="val 67499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U-Turn Arrow 73">
            <a:extLst>
              <a:ext uri="{FF2B5EF4-FFF2-40B4-BE49-F238E27FC236}">
                <a16:creationId xmlns:a16="http://schemas.microsoft.com/office/drawing/2014/main" id="{1EC8087F-D324-5F7F-1953-B77D5AC57506}"/>
              </a:ext>
            </a:extLst>
          </p:cNvPr>
          <p:cNvSpPr/>
          <p:nvPr/>
        </p:nvSpPr>
        <p:spPr>
          <a:xfrm rot="10800000">
            <a:off x="4437620" y="3297018"/>
            <a:ext cx="472555" cy="500255"/>
          </a:xfrm>
          <a:prstGeom prst="uturnArrow">
            <a:avLst>
              <a:gd name="adj1" fmla="val 6486"/>
              <a:gd name="adj2" fmla="val 13099"/>
              <a:gd name="adj3" fmla="val 22356"/>
              <a:gd name="adj4" fmla="val 43750"/>
              <a:gd name="adj5" fmla="val 75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35">
                <a:extLst>
                  <a:ext uri="{FF2B5EF4-FFF2-40B4-BE49-F238E27FC236}">
                    <a16:creationId xmlns:a16="http://schemas.microsoft.com/office/drawing/2014/main" id="{97D320F6-37DE-3C0C-C427-B3EC34CDCB35}"/>
                  </a:ext>
                </a:extLst>
              </p:cNvPr>
              <p:cNvSpPr txBox="1"/>
              <p:nvPr/>
            </p:nvSpPr>
            <p:spPr>
              <a:xfrm>
                <a:off x="4790940" y="331635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76" name="TextBox 35">
                <a:extLst>
                  <a:ext uri="{FF2B5EF4-FFF2-40B4-BE49-F238E27FC236}">
                    <a16:creationId xmlns:a16="http://schemas.microsoft.com/office/drawing/2014/main" id="{97D320F6-37DE-3C0C-C427-B3EC34CDC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940" y="3316353"/>
                <a:ext cx="575725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35">
                <a:extLst>
                  <a:ext uri="{FF2B5EF4-FFF2-40B4-BE49-F238E27FC236}">
                    <a16:creationId xmlns:a16="http://schemas.microsoft.com/office/drawing/2014/main" id="{77701C4E-68C1-CE44-96B2-9D0D80161CD2}"/>
                  </a:ext>
                </a:extLst>
              </p:cNvPr>
              <p:cNvSpPr txBox="1"/>
              <p:nvPr/>
            </p:nvSpPr>
            <p:spPr>
              <a:xfrm>
                <a:off x="2262636" y="2779489"/>
                <a:ext cx="61252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77" name="TextBox 35">
                <a:extLst>
                  <a:ext uri="{FF2B5EF4-FFF2-40B4-BE49-F238E27FC236}">
                    <a16:creationId xmlns:a16="http://schemas.microsoft.com/office/drawing/2014/main" id="{77701C4E-68C1-CE44-96B2-9D0D80161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636" y="2779489"/>
                <a:ext cx="612523" cy="307777"/>
              </a:xfrm>
              <a:prstGeom prst="rect">
                <a:avLst/>
              </a:prstGeom>
              <a:blipFill>
                <a:blip r:embed="rId10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Box 83">
            <a:extLst>
              <a:ext uri="{FF2B5EF4-FFF2-40B4-BE49-F238E27FC236}">
                <a16:creationId xmlns:a16="http://schemas.microsoft.com/office/drawing/2014/main" id="{2F2404BE-BFCE-CF11-2689-E9664916BFFE}"/>
              </a:ext>
            </a:extLst>
          </p:cNvPr>
          <p:cNvSpPr txBox="1"/>
          <p:nvPr/>
        </p:nvSpPr>
        <p:spPr>
          <a:xfrm>
            <a:off x="815815" y="514975"/>
            <a:ext cx="538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44666F5-0440-0F6D-5295-5D39F5A42F8A}"/>
              </a:ext>
            </a:extLst>
          </p:cNvPr>
          <p:cNvSpPr txBox="1"/>
          <p:nvPr/>
        </p:nvSpPr>
        <p:spPr>
          <a:xfrm>
            <a:off x="843320" y="4127833"/>
            <a:ext cx="48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35">
                <a:extLst>
                  <a:ext uri="{FF2B5EF4-FFF2-40B4-BE49-F238E27FC236}">
                    <a16:creationId xmlns:a16="http://schemas.microsoft.com/office/drawing/2014/main" id="{858B71BA-09A6-BD82-887F-B096F6501377}"/>
                  </a:ext>
                </a:extLst>
              </p:cNvPr>
              <p:cNvSpPr txBox="1"/>
              <p:nvPr/>
            </p:nvSpPr>
            <p:spPr>
              <a:xfrm>
                <a:off x="6087942" y="2797085"/>
                <a:ext cx="60692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14" name="TextBox 35">
                <a:extLst>
                  <a:ext uri="{FF2B5EF4-FFF2-40B4-BE49-F238E27FC236}">
                    <a16:creationId xmlns:a16="http://schemas.microsoft.com/office/drawing/2014/main" id="{858B71BA-09A6-BD82-887F-B096F6501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7942" y="2797085"/>
                <a:ext cx="606923" cy="307777"/>
              </a:xfrm>
              <a:prstGeom prst="rect">
                <a:avLst/>
              </a:prstGeom>
              <a:blipFill>
                <a:blip r:embed="rId11"/>
                <a:stretch>
                  <a:fillRect l="-14286" r="-12245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D2BBC1B0-9C2A-695C-55CA-37A7122AD671}"/>
              </a:ext>
            </a:extLst>
          </p:cNvPr>
          <p:cNvCxnSpPr>
            <a:cxnSpLocks/>
            <a:stCxn id="52" idx="3"/>
            <a:endCxn id="11" idx="2"/>
          </p:cNvCxnSpPr>
          <p:nvPr/>
        </p:nvCxnSpPr>
        <p:spPr>
          <a:xfrm rot="16200000" flipH="1">
            <a:off x="2456822" y="1860762"/>
            <a:ext cx="616933" cy="1480306"/>
          </a:xfrm>
          <a:prstGeom prst="curvedConnector2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7AC608-04A2-FEC8-348D-7F84A228D8F4}"/>
                  </a:ext>
                </a:extLst>
              </p:cNvPr>
              <p:cNvSpPr txBox="1"/>
              <p:nvPr/>
            </p:nvSpPr>
            <p:spPr>
              <a:xfrm>
                <a:off x="5958517" y="1126546"/>
                <a:ext cx="38391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18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7AC608-04A2-FEC8-348D-7F84A228D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17" y="1126546"/>
                <a:ext cx="383913" cy="400110"/>
              </a:xfrm>
              <a:prstGeom prst="rect">
                <a:avLst/>
              </a:prstGeom>
              <a:blipFill>
                <a:blip r:embed="rId12"/>
                <a:stretch>
                  <a:fillRect r="-8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F0F8D1-16B8-817C-00F7-40AE14771DAD}"/>
                  </a:ext>
                </a:extLst>
              </p:cNvPr>
              <p:cNvSpPr txBox="1"/>
              <p:nvPr/>
            </p:nvSpPr>
            <p:spPr>
              <a:xfrm>
                <a:off x="2189898" y="1093036"/>
                <a:ext cx="38391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18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F0F8D1-16B8-817C-00F7-40AE1477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898" y="1093036"/>
                <a:ext cx="38391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9280A2C6-F0F1-C233-218B-6042BE5D15F1}"/>
              </a:ext>
            </a:extLst>
          </p:cNvPr>
          <p:cNvCxnSpPr>
            <a:cxnSpLocks/>
            <a:stCxn id="11" idx="6"/>
            <a:endCxn id="57" idx="3"/>
          </p:cNvCxnSpPr>
          <p:nvPr/>
        </p:nvCxnSpPr>
        <p:spPr>
          <a:xfrm flipV="1">
            <a:off x="5247430" y="2322990"/>
            <a:ext cx="1576073" cy="586392"/>
          </a:xfrm>
          <a:prstGeom prst="curvedConnector2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84410AE-CD91-76D0-831E-EE4D4705820D}"/>
                  </a:ext>
                </a:extLst>
              </p:cNvPr>
              <p:cNvSpPr txBox="1"/>
              <p:nvPr/>
            </p:nvSpPr>
            <p:spPr>
              <a:xfrm>
                <a:off x="3304612" y="209046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84410AE-CD91-76D0-831E-EE4D47058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612" y="2090463"/>
                <a:ext cx="575725" cy="307777"/>
              </a:xfrm>
              <a:prstGeom prst="rect">
                <a:avLst/>
              </a:prstGeom>
              <a:blipFill>
                <a:blip r:embed="rId14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0F8DA71-C65B-5292-13CB-4ECC8E5D0881}"/>
                  </a:ext>
                </a:extLst>
              </p:cNvPr>
              <p:cNvSpPr txBox="1"/>
              <p:nvPr/>
            </p:nvSpPr>
            <p:spPr>
              <a:xfrm>
                <a:off x="4718578" y="2061327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0F8DA71-C65B-5292-13CB-4ECC8E5D0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8578" y="2061327"/>
                <a:ext cx="575725" cy="307777"/>
              </a:xfrm>
              <a:prstGeom prst="rect">
                <a:avLst/>
              </a:prstGeom>
              <a:blipFill>
                <a:blip r:embed="rId15"/>
                <a:stretch>
                  <a:fillRect l="-10870" r="-8696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9C566-30FB-C5E0-1004-2C3929C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01BEE00-70EF-A39D-2975-6C6AB8379312}"/>
              </a:ext>
            </a:extLst>
          </p:cNvPr>
          <p:cNvSpPr txBox="1"/>
          <p:nvPr/>
        </p:nvSpPr>
        <p:spPr>
          <a:xfrm>
            <a:off x="29872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a) </a:t>
            </a:r>
            <a:r>
              <a:rPr lang="en-US" dirty="0">
                <a:latin typeface="Aptos" panose="020B0004020202020204" pitchFamily="34" charset="0"/>
              </a:rPr>
              <a:t>80min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147E5E7-98C2-EFF8-7F50-D62F1A05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11" t="10494" r="17774" b="6296"/>
          <a:stretch>
            <a:fillRect/>
          </a:stretch>
        </p:blipFill>
        <p:spPr>
          <a:xfrm>
            <a:off x="103375" y="826696"/>
            <a:ext cx="2665945" cy="35499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C8D3FB2-FF0F-9AC6-D560-8197FAAAE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4" t="11509" r="18870" b="5404"/>
          <a:stretch>
            <a:fillRect/>
          </a:stretch>
        </p:blipFill>
        <p:spPr>
          <a:xfrm>
            <a:off x="2769320" y="826696"/>
            <a:ext cx="2669865" cy="35499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FCE5C16-FB0A-522B-34EA-3F261378EF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14" t="11930" r="18870" b="5123"/>
          <a:stretch>
            <a:fillRect/>
          </a:stretch>
        </p:blipFill>
        <p:spPr>
          <a:xfrm>
            <a:off x="5603276" y="826696"/>
            <a:ext cx="2674383" cy="354994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1D20DC-4C0A-FBC7-C334-5E59503B54AA}"/>
              </a:ext>
            </a:extLst>
          </p:cNvPr>
          <p:cNvSpPr txBox="1"/>
          <p:nvPr/>
        </p:nvSpPr>
        <p:spPr>
          <a:xfrm>
            <a:off x="264877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b) </a:t>
            </a:r>
            <a:r>
              <a:rPr lang="en-US" dirty="0">
                <a:latin typeface="Aptos" panose="020B0004020202020204" pitchFamily="34" charset="0"/>
              </a:rPr>
              <a:t>1.5h*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4BB7B-3CD1-C566-D69D-5874EE42D86B}"/>
              </a:ext>
            </a:extLst>
          </p:cNvPr>
          <p:cNvSpPr txBox="1"/>
          <p:nvPr/>
        </p:nvSpPr>
        <p:spPr>
          <a:xfrm>
            <a:off x="4839231" y="328535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 </a:t>
            </a:r>
            <a:r>
              <a:rPr lang="en-US" dirty="0">
                <a:latin typeface="Aptos" panose="020B0004020202020204" pitchFamily="34" charset="0"/>
              </a:rPr>
              <a:t>2h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1EA530-737D-1D06-CB07-44BA23DA9B4E}"/>
              </a:ext>
            </a:extLst>
          </p:cNvPr>
          <p:cNvSpPr txBox="1"/>
          <p:nvPr/>
        </p:nvSpPr>
        <p:spPr>
          <a:xfrm>
            <a:off x="7891603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d) </a:t>
            </a:r>
            <a:r>
              <a:rPr lang="en-US" dirty="0">
                <a:latin typeface="Aptos" panose="020B0004020202020204" pitchFamily="34" charset="0"/>
              </a:rPr>
              <a:t>RICO: 20h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1AF4A96-A5D3-BABE-E483-17CB720D1C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04" t="31733" r="3854" b="26597"/>
          <a:stretch>
            <a:fillRect/>
          </a:stretch>
        </p:blipFill>
        <p:spPr>
          <a:xfrm>
            <a:off x="8334008" y="826696"/>
            <a:ext cx="3880056" cy="18436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FFDDE2D-7227-1EDF-2E56-EA1CB48477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46029"/>
            <a:ext cx="2558203" cy="25582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ACA0E46-754D-2EB0-1586-363797A2BF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945" y="4361333"/>
            <a:ext cx="2558203" cy="255820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BC0C8EF-0F97-1D37-DFC6-1C731D2F82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50" y="4315421"/>
            <a:ext cx="2558203" cy="255820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5EDE24-CF53-6C60-393D-2B5F180D87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2560" y="4315421"/>
            <a:ext cx="2558203" cy="2558203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0E3752-23D7-5496-A15A-6EDE87B96A43}"/>
              </a:ext>
            </a:extLst>
          </p:cNvPr>
          <p:cNvCxnSpPr>
            <a:cxnSpLocks/>
          </p:cNvCxnSpPr>
          <p:nvPr/>
        </p:nvCxnSpPr>
        <p:spPr>
          <a:xfrm>
            <a:off x="8277659" y="826696"/>
            <a:ext cx="0" cy="591098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289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EE29B0-0D1B-DD6B-BCBE-06358188E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762" y="1690897"/>
            <a:ext cx="5300238" cy="397805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22557D-440D-7C4A-127F-99CF8FA8C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93" r="24776"/>
          <a:stretch>
            <a:fillRect/>
          </a:stretch>
        </p:blipFill>
        <p:spPr>
          <a:xfrm>
            <a:off x="3745010" y="1842268"/>
            <a:ext cx="3576270" cy="367531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26E07D-A6DA-40ED-F1D5-A488DAFA13CE}"/>
              </a:ext>
            </a:extLst>
          </p:cNvPr>
          <p:cNvSpPr txBox="1"/>
          <p:nvPr/>
        </p:nvSpPr>
        <p:spPr>
          <a:xfrm>
            <a:off x="-233953" y="1983522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a)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Aptos" panose="020B0004020202020204" pitchFamily="34" charset="0"/>
              </a:rPr>
              <a:t>SINDy</a:t>
            </a:r>
            <a:endParaRPr lang="en-US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48505-F0F3-312D-F32C-413928F824FB}"/>
              </a:ext>
            </a:extLst>
          </p:cNvPr>
          <p:cNvSpPr txBox="1"/>
          <p:nvPr/>
        </p:nvSpPr>
        <p:spPr>
          <a:xfrm>
            <a:off x="3548031" y="1968080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NN-driven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8275C6-77D0-1357-A7B7-C805BB20D113}"/>
              </a:ext>
            </a:extLst>
          </p:cNvPr>
          <p:cNvSpPr txBox="1"/>
          <p:nvPr/>
        </p:nvSpPr>
        <p:spPr>
          <a:xfrm>
            <a:off x="7321280" y="1955790"/>
            <a:ext cx="245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Autoregressive (AR)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7ABC7B-0D8F-75BD-855A-D6C65BF61F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939" t="9471" r="18510" b="3182"/>
          <a:stretch>
            <a:fillRect/>
          </a:stretch>
        </p:blipFill>
        <p:spPr>
          <a:xfrm>
            <a:off x="199391" y="2325122"/>
            <a:ext cx="3550528" cy="316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58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C15706-19FA-F1F8-50C9-256D40185904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4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4B7A5B-C913-F31C-05F5-7BF25A18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43" y="265668"/>
            <a:ext cx="6457951" cy="2870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9A3767-2AE1-67D8-B2DD-1AA000E5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3" t="30501" r="26851" b="34140"/>
          <a:stretch>
            <a:fillRect/>
          </a:stretch>
        </p:blipFill>
        <p:spPr>
          <a:xfrm>
            <a:off x="1472618" y="3082789"/>
            <a:ext cx="6426400" cy="14206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E2FBCF-1310-E099-5DC1-43F723F20C02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42712-F12E-14C4-1513-953CA28B91C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5332E1-E96E-6894-2BB9-0788C160B6BA}"/>
              </a:ext>
            </a:extLst>
          </p:cNvPr>
          <p:cNvGrpSpPr/>
          <p:nvPr/>
        </p:nvGrpSpPr>
        <p:grpSpPr>
          <a:xfrm>
            <a:off x="1489979" y="4644687"/>
            <a:ext cx="6457951" cy="948072"/>
            <a:chOff x="1270784" y="4947915"/>
            <a:chExt cx="7715856" cy="12184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E1E383-A30A-1A4F-AC3F-6D69AAED2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551" t="41292" r="26606" b="35304"/>
            <a:stretch>
              <a:fillRect/>
            </a:stretch>
          </p:blipFill>
          <p:spPr>
            <a:xfrm>
              <a:off x="1270784" y="4947915"/>
              <a:ext cx="7715856" cy="1132372"/>
            </a:xfrm>
            <a:prstGeom prst="rect">
              <a:avLst/>
            </a:prstGeom>
            <a:ln w="19050">
              <a:noFill/>
            </a:ln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6A2A18-044D-7325-C995-5E2D6957237E}"/>
                </a:ext>
              </a:extLst>
            </p:cNvPr>
            <p:cNvSpPr/>
            <p:nvPr/>
          </p:nvSpPr>
          <p:spPr>
            <a:xfrm>
              <a:off x="8097864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68F59C-7DFD-20FF-5566-05C89916F407}"/>
                </a:ext>
              </a:extLst>
            </p:cNvPr>
            <p:cNvSpPr/>
            <p:nvPr/>
          </p:nvSpPr>
          <p:spPr>
            <a:xfrm>
              <a:off x="3104825" y="5111650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5ADE2DD-C830-8AA1-5DBE-97C098FE9F48}"/>
                </a:ext>
              </a:extLst>
            </p:cNvPr>
            <p:cNvSpPr/>
            <p:nvPr/>
          </p:nvSpPr>
          <p:spPr>
            <a:xfrm>
              <a:off x="6364635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E7C119-6CC1-840C-A682-4A0F8BA962D4}"/>
                </a:ext>
              </a:extLst>
            </p:cNvPr>
            <p:cNvSpPr txBox="1"/>
            <p:nvPr/>
          </p:nvSpPr>
          <p:spPr>
            <a:xfrm>
              <a:off x="2921756" y="5881607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550AFB-8D2D-4157-EF62-09269555323D}"/>
                </a:ext>
              </a:extLst>
            </p:cNvPr>
            <p:cNvSpPr txBox="1"/>
            <p:nvPr/>
          </p:nvSpPr>
          <p:spPr>
            <a:xfrm>
              <a:off x="6181567" y="588160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P90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23B2AF-7287-F328-42B6-B782700FEFA6}"/>
                </a:ext>
              </a:extLst>
            </p:cNvPr>
            <p:cNvSpPr txBox="1"/>
            <p:nvPr/>
          </p:nvSpPr>
          <p:spPr>
            <a:xfrm>
              <a:off x="7914794" y="588935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P10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2C56078-3DE1-C826-3241-A978C08F126A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F1AA45-60D2-6D72-94A7-2D5AC5AD7312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884AC3-5AA5-0496-DD33-854737B2FBB4}"/>
              </a:ext>
            </a:extLst>
          </p:cNvPr>
          <p:cNvSpPr/>
          <p:nvPr/>
        </p:nvSpPr>
        <p:spPr>
          <a:xfrm>
            <a:off x="3813717" y="3082790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4FB71-371B-2CB7-377D-1CF9CB50B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095" t="31110" r="49335" b="65684"/>
          <a:stretch>
            <a:fillRect/>
          </a:stretch>
        </p:blipFill>
        <p:spPr>
          <a:xfrm>
            <a:off x="4435431" y="3099707"/>
            <a:ext cx="1013798" cy="1287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0ECAD3-0C79-C496-25E1-B5202C24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38" t="41096" r="25993" b="34290"/>
          <a:stretch>
            <a:fillRect/>
          </a:stretch>
        </p:blipFill>
        <p:spPr>
          <a:xfrm>
            <a:off x="1312945" y="5696717"/>
            <a:ext cx="6721583" cy="10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9474AD-595A-EBD1-4D17-4E6912AEB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492" y="408830"/>
            <a:ext cx="4085967" cy="2042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43EFA6-50E9-CEBE-D1B3-97626D1A6C08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655E92-A156-DBB2-48DD-243390155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582619"/>
            <a:ext cx="4085967" cy="20429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7B52B4-01D8-0898-7E41-8B0419FB3EE4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B1E86-D1E8-833F-D3A9-6D08ED0F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57" y="4691507"/>
            <a:ext cx="4085968" cy="20429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C1A71A-BE91-75CF-E81F-7AD88F0EFF75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3646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DA676-BC81-FE4B-0909-3AC912A5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F1A68F-3818-B41E-CE5F-3A2CD714A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657" y="4593449"/>
            <a:ext cx="4493937" cy="2246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0F7D46-E8B9-8B38-B113-97E201573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90440"/>
            <a:ext cx="4493937" cy="2246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2866-86A5-2DC9-74F1-367B16ED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492" y="2480236"/>
            <a:ext cx="4493938" cy="22469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1473C1-A6F8-5822-32F1-C708156808BD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1BB-86A8-C807-07EE-CDC9C356C9A8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E0F855-0807-2C78-F577-3E9A635BFC79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6582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3A9F-1143-B35A-9828-04A5EF283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A82645-09CB-B803-B916-9EB17C399C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26" b="33007"/>
          <a:stretch>
            <a:fillRect/>
          </a:stretch>
        </p:blipFill>
        <p:spPr>
          <a:xfrm>
            <a:off x="1410755" y="5685184"/>
            <a:ext cx="6550336" cy="981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F8CDB0-6A4E-9F02-7527-865679F6B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039" y="143306"/>
            <a:ext cx="6054497" cy="302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C25CB-890F-AD31-7380-E2292CEC071D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6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7421B-EBAE-967E-0B04-566DE651F3A1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2F884-791D-56BE-79C6-CF77C4B9FD7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52A0E3-CDEA-4573-3335-AA9D6E0AC4D5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6527C-BE20-5AFF-EBFD-EBAF34970DAA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37D20-54FD-AE17-F7A6-585A0C85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998" b="36391"/>
          <a:stretch>
            <a:fillRect/>
          </a:stretch>
        </p:blipFill>
        <p:spPr>
          <a:xfrm>
            <a:off x="1419874" y="4611850"/>
            <a:ext cx="6541216" cy="8481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0A600B-C457-F588-64FE-38DE6B29BD22}"/>
              </a:ext>
            </a:extLst>
          </p:cNvPr>
          <p:cNvSpPr txBox="1"/>
          <p:nvPr/>
        </p:nvSpPr>
        <p:spPr>
          <a:xfrm>
            <a:off x="6954792" y="6472393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BDC054-2ADA-A82F-B1EB-27537093A0E1}"/>
              </a:ext>
            </a:extLst>
          </p:cNvPr>
          <p:cNvSpPr txBox="1"/>
          <p:nvPr/>
        </p:nvSpPr>
        <p:spPr>
          <a:xfrm>
            <a:off x="2499926" y="6475530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65D34-05F5-0730-0688-4F6D29F23B64}"/>
              </a:ext>
            </a:extLst>
          </p:cNvPr>
          <p:cNvSpPr txBox="1"/>
          <p:nvPr/>
        </p:nvSpPr>
        <p:spPr>
          <a:xfrm>
            <a:off x="5621327" y="6494979"/>
            <a:ext cx="45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4F9334-2536-7221-76AD-4DD100651570}"/>
              </a:ext>
            </a:extLst>
          </p:cNvPr>
          <p:cNvSpPr txBox="1"/>
          <p:nvPr/>
        </p:nvSpPr>
        <p:spPr>
          <a:xfrm>
            <a:off x="2852169" y="6482920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P75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8DB1792-4BAE-2038-EC19-764BCEE5B5F8}"/>
              </a:ext>
            </a:extLst>
          </p:cNvPr>
          <p:cNvGrpSpPr/>
          <p:nvPr/>
        </p:nvGrpSpPr>
        <p:grpSpPr>
          <a:xfrm>
            <a:off x="1419874" y="3121223"/>
            <a:ext cx="6541216" cy="3398903"/>
            <a:chOff x="1419874" y="3121223"/>
            <a:chExt cx="6541216" cy="339890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16E929-6A65-B67E-D260-12BDE50EF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2153" b="35673"/>
            <a:stretch>
              <a:fillRect/>
            </a:stretch>
          </p:blipFill>
          <p:spPr>
            <a:xfrm>
              <a:off x="1419874" y="3121223"/>
              <a:ext cx="6541216" cy="1262754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20DCEEB-7A41-8B19-9225-4A2FF4C76745}"/>
                </a:ext>
              </a:extLst>
            </p:cNvPr>
            <p:cNvSpPr/>
            <p:nvPr/>
          </p:nvSpPr>
          <p:spPr>
            <a:xfrm>
              <a:off x="2769961" y="3665285"/>
              <a:ext cx="45719" cy="6882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1E8E405-1451-24BB-DC99-8A019728D276}"/>
                </a:ext>
              </a:extLst>
            </p:cNvPr>
            <p:cNvSpPr/>
            <p:nvPr/>
          </p:nvSpPr>
          <p:spPr>
            <a:xfrm>
              <a:off x="2765704" y="473707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5D93E19-6A82-FE05-F233-AE6A193CD1F8}"/>
                </a:ext>
              </a:extLst>
            </p:cNvPr>
            <p:cNvSpPr/>
            <p:nvPr/>
          </p:nvSpPr>
          <p:spPr>
            <a:xfrm>
              <a:off x="2765704" y="582618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3E96BD3-258F-7BE7-4548-A920A3781F00}"/>
              </a:ext>
            </a:extLst>
          </p:cNvPr>
          <p:cNvSpPr/>
          <p:nvPr/>
        </p:nvSpPr>
        <p:spPr>
          <a:xfrm>
            <a:off x="3813717" y="3097658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3C88C-37BB-7B11-B166-D8EB683006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95" t="31110" r="49335" b="65684"/>
          <a:stretch>
            <a:fillRect/>
          </a:stretch>
        </p:blipFill>
        <p:spPr>
          <a:xfrm>
            <a:off x="4435431" y="3114575"/>
            <a:ext cx="1013798" cy="12876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0E2B3F0-7BEC-CA63-AB30-0AD9881FD89D}"/>
              </a:ext>
            </a:extLst>
          </p:cNvPr>
          <p:cNvSpPr/>
          <p:nvPr/>
        </p:nvSpPr>
        <p:spPr>
          <a:xfrm>
            <a:off x="2966262" y="3665285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B8798B-A781-88D0-7E69-193E70B955FD}"/>
              </a:ext>
            </a:extLst>
          </p:cNvPr>
          <p:cNvSpPr/>
          <p:nvPr/>
        </p:nvSpPr>
        <p:spPr>
          <a:xfrm>
            <a:off x="5805273" y="3647668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F58C06-E888-9C20-0C72-600BEAF8706C}"/>
              </a:ext>
            </a:extLst>
          </p:cNvPr>
          <p:cNvSpPr txBox="1"/>
          <p:nvPr/>
        </p:nvSpPr>
        <p:spPr>
          <a:xfrm>
            <a:off x="1472618" y="3241257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25DA9F-C07D-7F75-9948-3D1507F1FD02}"/>
              </a:ext>
            </a:extLst>
          </p:cNvPr>
          <p:cNvGrpSpPr/>
          <p:nvPr/>
        </p:nvGrpSpPr>
        <p:grpSpPr>
          <a:xfrm>
            <a:off x="7084684" y="3640137"/>
            <a:ext cx="54232" cy="2854842"/>
            <a:chOff x="6646426" y="3652754"/>
            <a:chExt cx="54232" cy="285484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2416DC7-C611-E1EE-8FE3-4FEDEC06BB01}"/>
                </a:ext>
              </a:extLst>
            </p:cNvPr>
            <p:cNvSpPr/>
            <p:nvPr/>
          </p:nvSpPr>
          <p:spPr>
            <a:xfrm>
              <a:off x="6646427" y="3652754"/>
              <a:ext cx="45719" cy="7305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0E05789-5089-0136-B22F-3B8047594817}"/>
                </a:ext>
              </a:extLst>
            </p:cNvPr>
            <p:cNvSpPr/>
            <p:nvPr/>
          </p:nvSpPr>
          <p:spPr>
            <a:xfrm>
              <a:off x="6646427" y="4782548"/>
              <a:ext cx="45719" cy="7305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5F29C22-400C-84DC-A7BF-3D840740C484}"/>
                </a:ext>
              </a:extLst>
            </p:cNvPr>
            <p:cNvSpPr/>
            <p:nvPr/>
          </p:nvSpPr>
          <p:spPr>
            <a:xfrm>
              <a:off x="6646426" y="581365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621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</TotalTime>
  <Words>135</Words>
  <Application>Microsoft Macintosh PowerPoint</Application>
  <PresentationFormat>Widescreen</PresentationFormat>
  <Paragraphs>63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28</cp:revision>
  <dcterms:created xsi:type="dcterms:W3CDTF">2025-08-12T18:59:01Z</dcterms:created>
  <dcterms:modified xsi:type="dcterms:W3CDTF">2025-10-22T23:56:16Z</dcterms:modified>
</cp:coreProperties>
</file>