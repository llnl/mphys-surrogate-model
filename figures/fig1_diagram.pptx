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99"/>
    <p:restoredTop sz="94696"/>
  </p:normalViewPr>
  <p:slideViewPr>
    <p:cSldViewPr snapToGrid="0">
      <p:cViewPr varScale="1">
        <p:scale>
          <a:sx n="129" d="100"/>
          <a:sy n="129" d="100"/>
        </p:scale>
        <p:origin x="22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1D4D-B14B-B456-3D82-9A233C0B1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0EC77-B228-709A-5716-AC31ECB6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8A57-CF7E-B81B-76E5-53874972E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A040E-CC1E-2940-E6ED-15872F8D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9AC-7547-EBEC-DA38-9A9601BB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D4268-EE40-70CE-1B0E-3DDF4A0FE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CF89D-F0D9-53C5-A193-9CEE0A9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54F0-5A4D-112F-30DA-C34AB0A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8248C-9F9F-D3BE-3DFD-156C452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F74AD-B19A-6912-6ADF-D0636BD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3442-3562-6CC7-F068-95F56898C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16C04-B4AE-110E-AA69-95F82B84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A61B5-9DE4-4703-4303-45144F74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D555E-F361-8DBD-DA3E-E51727FC6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E220D-95F2-F82B-34AC-301C28D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0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4D7F-E6E0-2076-56DF-5D80F0AA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9F59-6622-FD2A-C701-CE2F11F7C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21575-FFFA-30EE-C649-159E8D179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F9F6D6-53A6-EA2D-A1E9-BA7A9727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948A-F598-4D0B-710D-0AA07F23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9EE52-E823-96E2-7F7A-5D61C352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5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C6C6D-BC71-40B0-1FAA-080AD191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8D839-F0BC-7862-CC05-11D846D94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D9726-F899-0BAB-C016-3B2015C90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12E8D7-0B63-EBD5-0FBD-FBF6A859F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8C0D85-92F2-6826-FAF0-EBFE83C09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894A5-2AAB-9F44-3C78-276A9372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E4C57-AFF2-C62E-0691-0DDC6F6F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BEF5B-3479-1172-7192-26FF267A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96E80-664D-BB97-DF43-E8027C3B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B537B-ABAD-0244-8C30-6486ED42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44E74-D146-9AEC-1B0F-82A072A8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0C9AC-8CCE-3326-D855-424D34B4A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1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00C160-49C1-6D9D-0D7B-77603B87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2F7D37-756F-B616-7858-1015FEDC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096AE-6296-EF50-1B81-03C0120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7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DC7E7-9F59-3561-A54D-EDBB5C7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58831-CCC8-1772-75AE-6DDB4EE3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F0C54C-767C-300A-4D1F-FAD7C0832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A335-3A5F-E859-5170-69F1F206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6DE96-A530-FDF5-2D0A-5B74BDEED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70870-48A2-F1DB-30F3-DCB91973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8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D556-399B-CF9D-D3D9-87AA5A193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07B126-4D0A-AA69-96CB-DD59EA682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80B64-C675-0DFF-9EE5-64AA88666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78231-89FE-05D6-FD15-E2B711DE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41232-7B06-3D87-74AD-BEA6AAD49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9E51D-3F2F-9FBA-AB4E-DAD15C9B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4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BB70-5350-7EC0-0401-44AD0CCB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205E8-A4DF-BA57-3712-A759E1B1A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68AD35-D5DB-F92D-488C-9EEC26A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EA3E2-AB0D-3BCF-4AC3-1CB53339C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233C1-1EB0-C1F8-2726-E9B89379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93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9CF9A-E638-20E5-3BB5-11BDE8DD7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6479-6D7E-C370-2052-0DD1F637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EE14D-FFEA-BC31-7524-5BBAB84D8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D23B6-357D-A4CC-A544-86EE8E4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14268-2456-1C8C-8740-18DEA487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7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70D423-B6B1-397F-30C4-DB4DAD83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13D0A-4A5B-1561-D55F-47125785A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AF6D8-D2EB-6DB4-E05D-BA777829F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9CF98-CC55-774D-9AE2-4D7D2CE05F38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BD717-24CB-DFCA-A214-9EA842FC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4E37-0EEC-A37C-5285-217872CD2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51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.png"/><Relationship Id="rId5" Type="http://schemas.openxmlformats.org/officeDocument/2006/relationships/image" Target="../media/image1.png"/><Relationship Id="rId10" Type="http://schemas.openxmlformats.org/officeDocument/2006/relationships/image" Target="../media/image5.png"/><Relationship Id="rId4" Type="http://schemas.openxmlformats.org/officeDocument/2006/relationships/image" Target="../media/image70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F933198-D151-ACB7-7ECE-CB8000C78E49}"/>
              </a:ext>
            </a:extLst>
          </p:cNvPr>
          <p:cNvGrpSpPr/>
          <p:nvPr/>
        </p:nvGrpSpPr>
        <p:grpSpPr>
          <a:xfrm>
            <a:off x="428264" y="514975"/>
            <a:ext cx="7257736" cy="5828049"/>
            <a:chOff x="428264" y="514975"/>
            <a:chExt cx="7257736" cy="582804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A6A0A46-B159-BB3F-829A-864D74E9EEBF}"/>
                </a:ext>
              </a:extLst>
            </p:cNvPr>
            <p:cNvGrpSpPr/>
            <p:nvPr/>
          </p:nvGrpSpPr>
          <p:grpSpPr>
            <a:xfrm>
              <a:off x="428264" y="4743499"/>
              <a:ext cx="7257736" cy="1599525"/>
              <a:chOff x="2397714" y="2651360"/>
              <a:chExt cx="12839742" cy="249438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1. </a:t>
                    </a:r>
                    <a:r>
                      <a:rPr lang="en-US" b="1" dirty="0" err="1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SINDy</a:t>
                    </a:r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sz="1200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𝒅𝒛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𝒅𝒕</m:t>
                              </m:r>
                            </m:den>
                          </m:f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𝚽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𝝃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804" b="-1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/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2. NN-driven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f>
                          <m:f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𝒅𝒛</m:t>
                            </m:r>
                          </m:num>
                          <m:den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𝒅𝒕</m:t>
                            </m:r>
                          </m:den>
                        </m:f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  </a:t>
                    </a: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117" t="-2857" r="-11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6" name="Picture 2" descr="Generated image">
                <a:extLst>
                  <a:ext uri="{FF2B5EF4-FFF2-40B4-BE49-F238E27FC236}">
                    <a16:creationId xmlns:a16="http://schemas.microsoft.com/office/drawing/2014/main" id="{5DA3E199-BD9C-54FF-3A77-201DAB165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7205985" y="3373070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3. Autoregressive (AR)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" t="-2500" r="-5128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8" name="Picture 2" descr="Generated image">
                <a:extLst>
                  <a:ext uri="{FF2B5EF4-FFF2-40B4-BE49-F238E27FC236}">
                    <a16:creationId xmlns:a16="http://schemas.microsoft.com/office/drawing/2014/main" id="{DE840911-758B-4418-D637-F5E161FC5E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11548685" y="3283768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3767579-5BAB-67C3-F886-9D0D17F4C8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42476" y="2702479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24EA94C-ED97-32E0-DF05-82E04BEE9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35191" y="2711652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63484FE-86D3-F9CD-2D68-FF96FBF3B514}"/>
                </a:ext>
              </a:extLst>
            </p:cNvPr>
            <p:cNvCxnSpPr>
              <a:cxnSpLocks/>
            </p:cNvCxnSpPr>
            <p:nvPr/>
          </p:nvCxnSpPr>
          <p:spPr>
            <a:xfrm>
              <a:off x="843320" y="4112732"/>
              <a:ext cx="6789831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731F69AB-64A2-6DA5-614F-35A32C377816}"/>
                </a:ext>
              </a:extLst>
            </p:cNvPr>
            <p:cNvSpPr/>
            <p:nvPr/>
          </p:nvSpPr>
          <p:spPr>
            <a:xfrm rot="5400000">
              <a:off x="2211295" y="1000840"/>
              <a:ext cx="1661786" cy="829568"/>
            </a:xfrm>
            <a:prstGeom prst="trapezoid">
              <a:avLst>
                <a:gd name="adj" fmla="val 57461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Encoder</a:t>
              </a:r>
            </a:p>
          </p:txBody>
        </p:sp>
        <p:sp>
          <p:nvSpPr>
            <p:cNvPr id="10" name="Trapezoid 9">
              <a:extLst>
                <a:ext uri="{FF2B5EF4-FFF2-40B4-BE49-F238E27FC236}">
                  <a16:creationId xmlns:a16="http://schemas.microsoft.com/office/drawing/2014/main" id="{76C7DFCC-FAD5-E3E7-81C8-9ECF6B6A2219}"/>
                </a:ext>
              </a:extLst>
            </p:cNvPr>
            <p:cNvSpPr/>
            <p:nvPr/>
          </p:nvSpPr>
          <p:spPr>
            <a:xfrm rot="5400000" flipV="1">
              <a:off x="4543705" y="977432"/>
              <a:ext cx="1638778" cy="853373"/>
            </a:xfrm>
            <a:prstGeom prst="trapezoid">
              <a:avLst>
                <a:gd name="adj" fmla="val 52795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Decoder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33451D1-B605-E6C2-5998-BB6554215312}"/>
                </a:ext>
              </a:extLst>
            </p:cNvPr>
            <p:cNvSpPr/>
            <p:nvPr/>
          </p:nvSpPr>
          <p:spPr>
            <a:xfrm>
              <a:off x="3338134" y="2451741"/>
              <a:ext cx="1741989" cy="883115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F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Dynamics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349A17B-03ED-B02A-6DD4-AEA2CB33B2AD}"/>
                </a:ext>
              </a:extLst>
            </p:cNvPr>
            <p:cNvCxnSpPr>
              <a:cxnSpLocks/>
            </p:cNvCxnSpPr>
            <p:nvPr/>
          </p:nvCxnSpPr>
          <p:spPr>
            <a:xfrm>
              <a:off x="2216526" y="1482978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/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563CF4E-A1EC-D01D-5497-2D352643F318}"/>
                </a:ext>
              </a:extLst>
            </p:cNvPr>
            <p:cNvCxnSpPr>
              <a:cxnSpLocks/>
            </p:cNvCxnSpPr>
            <p:nvPr/>
          </p:nvCxnSpPr>
          <p:spPr>
            <a:xfrm>
              <a:off x="3593242" y="1454635"/>
              <a:ext cx="43908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400ACC8-E5D1-E738-BB9D-821402F49EC2}"/>
                </a:ext>
              </a:extLst>
            </p:cNvPr>
            <p:cNvCxnSpPr>
              <a:cxnSpLocks/>
            </p:cNvCxnSpPr>
            <p:nvPr/>
          </p:nvCxnSpPr>
          <p:spPr>
            <a:xfrm>
              <a:off x="4496992" y="1462216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46695C8-C3FC-FF4F-A331-734B7150B70A}"/>
                </a:ext>
              </a:extLst>
            </p:cNvPr>
            <p:cNvSpPr/>
            <p:nvPr/>
          </p:nvSpPr>
          <p:spPr>
            <a:xfrm rot="5400000">
              <a:off x="1171275" y="1300617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Normalize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/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2A900F1-B745-6AD2-0175-CE011B5D95B5}"/>
                </a:ext>
              </a:extLst>
            </p:cNvPr>
            <p:cNvCxnSpPr>
              <a:cxnSpLocks/>
            </p:cNvCxnSpPr>
            <p:nvPr/>
          </p:nvCxnSpPr>
          <p:spPr>
            <a:xfrm>
              <a:off x="1448625" y="1469130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/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8696" r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8088F81-3654-66D6-034F-13B12EC324C5}"/>
                </a:ext>
              </a:extLst>
            </p:cNvPr>
            <p:cNvSpPr/>
            <p:nvPr/>
          </p:nvSpPr>
          <p:spPr>
            <a:xfrm rot="5400000">
              <a:off x="5969643" y="1331158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Denormalize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EBB918-602D-1C51-D8E0-E7734D1D07CD}"/>
                </a:ext>
              </a:extLst>
            </p:cNvPr>
            <p:cNvCxnSpPr>
              <a:cxnSpLocks/>
            </p:cNvCxnSpPr>
            <p:nvPr/>
          </p:nvCxnSpPr>
          <p:spPr>
            <a:xfrm>
              <a:off x="5918102" y="1509418"/>
              <a:ext cx="67154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5B91910-378F-287B-98FC-26449B4ECDB9}"/>
                </a:ext>
              </a:extLst>
            </p:cNvPr>
            <p:cNvCxnSpPr>
              <a:cxnSpLocks/>
            </p:cNvCxnSpPr>
            <p:nvPr/>
          </p:nvCxnSpPr>
          <p:spPr>
            <a:xfrm>
              <a:off x="6999644" y="1509418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489D79C0-3471-851F-32D2-1C55D18E5832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>
              <a:off x="3104258" y="1916747"/>
              <a:ext cx="1210429" cy="742675"/>
            </a:xfrm>
            <a:prstGeom prst="curvedConnector4">
              <a:avLst>
                <a:gd name="adj1" fmla="val 31760"/>
                <a:gd name="adj2" fmla="val 130781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182A9C2C-C36D-95E1-6B4A-9F3ABF1AC9AC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H="1" flipV="1">
              <a:off x="4352463" y="1667444"/>
              <a:ext cx="727660" cy="1225855"/>
            </a:xfrm>
            <a:prstGeom prst="curvedConnector4">
              <a:avLst>
                <a:gd name="adj1" fmla="val -31416"/>
                <a:gd name="adj2" fmla="val 68010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U-Turn Arrow 73">
              <a:extLst>
                <a:ext uri="{FF2B5EF4-FFF2-40B4-BE49-F238E27FC236}">
                  <a16:creationId xmlns:a16="http://schemas.microsoft.com/office/drawing/2014/main" id="{1EC8087F-D324-5F7F-1953-B77D5AC57506}"/>
                </a:ext>
              </a:extLst>
            </p:cNvPr>
            <p:cNvSpPr/>
            <p:nvPr/>
          </p:nvSpPr>
          <p:spPr>
            <a:xfrm rot="10800000">
              <a:off x="4352461" y="3228044"/>
              <a:ext cx="472555" cy="500255"/>
            </a:xfrm>
            <a:prstGeom prst="uturnArrow">
              <a:avLst>
                <a:gd name="adj1" fmla="val 6486"/>
                <a:gd name="adj2" fmla="val 13099"/>
                <a:gd name="adj3" fmla="val 22356"/>
                <a:gd name="adj4" fmla="val 43750"/>
                <a:gd name="adj5" fmla="val 75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/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2000" dirty="0">
                    <a:solidFill>
                      <a:schemeClr val="accent6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/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blipFill>
                  <a:blip r:embed="rId11"/>
                  <a:stretch>
                    <a:fillRect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F2404BE-BFCE-CF11-2689-E9664916BFFE}"/>
                </a:ext>
              </a:extLst>
            </p:cNvPr>
            <p:cNvSpPr txBox="1"/>
            <p:nvPr/>
          </p:nvSpPr>
          <p:spPr>
            <a:xfrm>
              <a:off x="815815" y="514975"/>
              <a:ext cx="5388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44666F5-0440-0F6D-5295-5D39F5A42F8A}"/>
                </a:ext>
              </a:extLst>
            </p:cNvPr>
            <p:cNvSpPr txBox="1"/>
            <p:nvPr/>
          </p:nvSpPr>
          <p:spPr>
            <a:xfrm>
              <a:off x="843320" y="4127833"/>
              <a:ext cx="480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/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sz="2000" b="0" i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m:rPr>
                                          <m:brk m:alnAt="7"/>
                                        </m:r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blipFill>
                  <a:blip r:embed="rId12"/>
                  <a:stretch>
                    <a:fillRect r="-2970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D2BBC1B0-9C2A-695C-55CA-37A7122AD67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78824" y="2487844"/>
              <a:ext cx="384085" cy="291463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788B312C-14A7-7BB6-93B3-26604C0609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0411" y="2364205"/>
              <a:ext cx="264261" cy="450182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9264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41</Words>
  <Application>Microsoft Macintosh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Jong, Emily Katherine</dc:creator>
  <cp:lastModifiedBy>de Jong, Emily Katherine</cp:lastModifiedBy>
  <cp:revision>3</cp:revision>
  <dcterms:created xsi:type="dcterms:W3CDTF">2025-08-12T18:59:01Z</dcterms:created>
  <dcterms:modified xsi:type="dcterms:W3CDTF">2025-08-21T00:14:37Z</dcterms:modified>
</cp:coreProperties>
</file>