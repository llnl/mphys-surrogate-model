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4" r:id="rId3"/>
    <p:sldId id="265" r:id="rId4"/>
    <p:sldId id="266" r:id="rId5"/>
    <p:sldId id="267" r:id="rId6"/>
    <p:sldId id="269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/>
    <p:restoredTop sz="94879"/>
  </p:normalViewPr>
  <p:slideViewPr>
    <p:cSldViewPr snapToGrid="0">
      <p:cViewPr>
        <p:scale>
          <a:sx n="88" d="100"/>
          <a:sy n="88" d="100"/>
        </p:scale>
        <p:origin x="50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1D4D-B14B-B456-3D82-9A233C0B1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0EC77-B228-709A-5716-AC31ECB6A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8A57-CF7E-B81B-76E5-53874972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A040E-CC1E-2940-E6ED-15872F8D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C9AC-7547-EBEC-DA38-9A9601BB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0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4268-EE40-70CE-1B0E-3DDF4A0F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CF89D-F0D9-53C5-A193-9CEE0A92B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554F0-5A4D-112F-30DA-C34AB0AB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8248C-9F9F-D3BE-3DFD-156C452A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F74AD-B19A-6912-6ADF-D0636BDF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2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3442-3562-6CC7-F068-95F56898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16C04-B4AE-110E-AA69-95F82B84E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61B5-9DE4-4703-4303-45144F74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D555E-F361-8DBD-DA3E-E51727FC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E220D-95F2-F82B-34AC-301C28DC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4D7F-E6E0-2076-56DF-5D80F0AA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9F59-6622-FD2A-C701-CE2F11F7C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21575-FFFA-30EE-C649-159E8D179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9F6D6-53A6-EA2D-A1E9-BA7A9727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5948A-F598-4D0B-710D-0AA07F23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9EE52-E823-96E2-7F7A-5D61C352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3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6C6D-BC71-40B0-1FAA-080AD191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8D839-F0BC-7862-CC05-11D846D94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D9726-F899-0BAB-C016-3B2015C90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2E8D7-0B63-EBD5-0FBD-FBF6A859F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C0D85-92F2-6826-FAF0-EBFE83C09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894A5-2AAB-9F44-3C78-276A9372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E4C57-AFF2-C62E-0691-0DDC6F6F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BEF5B-3479-1172-7192-26FF267A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1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6E80-664D-BB97-DF43-E8027C3B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B537B-ABAD-0244-8C30-6486ED42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44E74-D146-9AEC-1B0F-82A072A8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0C9AC-8CCE-3326-D855-424D34B4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1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0C160-49C1-6D9D-0D7B-77603B87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F7D37-756F-B616-7858-1015FEDC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096AE-6296-EF50-1B81-03C0120E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7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C7E7-9F59-3561-A54D-EDBB5C7C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8831-CCC8-1772-75AE-6DDB4EE39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0C54C-767C-300A-4D1F-FAD7C0832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AA335-3A5F-E859-5170-69F1F206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6DE96-A530-FDF5-2D0A-5B74BDEE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70870-48A2-F1DB-30F3-DCB91973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8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D556-399B-CF9D-D3D9-87AA5A19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7B126-4D0A-AA69-96CB-DD59EA682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80B64-C675-0DFF-9EE5-64AA88666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78231-89FE-05D6-FD15-E2B711DE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41232-7B06-3D87-74AD-BEA6AAD4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9E51D-3F2F-9FBA-AB4E-DAD15C9B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BB70-5350-7EC0-0401-44AD0CCB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205E8-A4DF-BA57-3712-A759E1B1A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8AD35-D5DB-F92D-488C-9EEC26A5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A3E2-AB0D-3BCF-4AC3-1CB53339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33C1-1EB0-C1F8-2726-E9B89379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9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9CF9A-E638-20E5-3BB5-11BDE8DD7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6479-6D7E-C370-2052-0DD1F6374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EE14D-FFEA-BC31-7524-5BBAB84D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D23B6-357D-A4CC-A544-86EE8E4B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14268-2456-1C8C-8740-18DEA487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0D423-B6B1-397F-30C4-DB4DAD83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13D0A-4A5B-1561-D55F-47125785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AF6D8-D2EB-6DB4-E05D-BA777829F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9CF98-CC55-774D-9AE2-4D7D2CE05F38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BD717-24CB-DFCA-A214-9EA842FC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4E37-0EEC-A37C-5285-217872CD2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1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6.png"/><Relationship Id="rId5" Type="http://schemas.openxmlformats.org/officeDocument/2006/relationships/image" Target="../media/image1.png"/><Relationship Id="rId10" Type="http://schemas.openxmlformats.org/officeDocument/2006/relationships/image" Target="../media/image5.png"/><Relationship Id="rId4" Type="http://schemas.openxmlformats.org/officeDocument/2006/relationships/image" Target="../media/image70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png"/><Relationship Id="rId7" Type="http://schemas.openxmlformats.org/officeDocument/2006/relationships/image" Target="../media/image13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1F933198-D151-ACB7-7ECE-CB8000C78E49}"/>
              </a:ext>
            </a:extLst>
          </p:cNvPr>
          <p:cNvGrpSpPr/>
          <p:nvPr/>
        </p:nvGrpSpPr>
        <p:grpSpPr>
          <a:xfrm>
            <a:off x="428264" y="514975"/>
            <a:ext cx="7257736" cy="5828049"/>
            <a:chOff x="428264" y="514975"/>
            <a:chExt cx="7257736" cy="582804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A6A0A46-B159-BB3F-829A-864D74E9EEBF}"/>
                </a:ext>
              </a:extLst>
            </p:cNvPr>
            <p:cNvGrpSpPr/>
            <p:nvPr/>
          </p:nvGrpSpPr>
          <p:grpSpPr>
            <a:xfrm>
              <a:off x="428264" y="4743499"/>
              <a:ext cx="7257736" cy="1599525"/>
              <a:chOff x="2397714" y="2651360"/>
              <a:chExt cx="12839742" cy="24943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B5D75DFC-C9AC-7488-D035-FDAF2B520D25}"/>
                      </a:ext>
                    </a:extLst>
                  </p:cNvPr>
                  <p:cNvSpPr txBox="1"/>
                  <p:nvPr/>
                </p:nvSpPr>
                <p:spPr>
                  <a:xfrm>
                    <a:off x="2397714" y="2702605"/>
                    <a:ext cx="3997270" cy="21163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a:t>1. </a:t>
                    </a:r>
                    <a:r>
                      <a:rPr lang="en-US" b="1" dirty="0" err="1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a:t>SINDy</a:t>
                    </a:r>
                    <a:endPara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  <a:p>
                    <a:pPr algn="ctr"/>
                    <a:endParaRPr lang="en-US" sz="1200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𝒅𝒛</m:t>
                              </m:r>
                            </m:num>
                            <m:den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den>
                          </m:f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d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𝝃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B5D75DFC-C9AC-7488-D035-FDAF2B520D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7714" y="2702605"/>
                    <a:ext cx="3997270" cy="211633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2804" b="-18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DB0B8590-04C9-31C2-9D9A-323B479DD323}"/>
                      </a:ext>
                    </a:extLst>
                  </p:cNvPr>
                  <p:cNvSpPr txBox="1"/>
                  <p:nvPr/>
                </p:nvSpPr>
                <p:spPr>
                  <a:xfrm>
                    <a:off x="6342476" y="2702479"/>
                    <a:ext cx="3997270" cy="20703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a:t>2. NN-driven</a:t>
                    </a:r>
                  </a:p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  <a:p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    </m:t>
                        </m:r>
                        <m:f>
                          <m:f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𝒅𝒛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oMath>
                    </a14:m>
                    <a:r>
                      <a:rPr lang="en-US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a:t>   </a:t>
                    </a: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DB0B8590-04C9-31C2-9D9A-323B479DD3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42476" y="2702479"/>
                    <a:ext cx="3997270" cy="207034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117" t="-2857" r="-11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46" name="Picture 2" descr="Generated image">
                <a:extLst>
                  <a:ext uri="{FF2B5EF4-FFF2-40B4-BE49-F238E27FC236}">
                    <a16:creationId xmlns:a16="http://schemas.microsoft.com/office/drawing/2014/main" id="{5DA3E199-BD9C-54FF-3A77-201DAB1659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clrChange>
                  <a:clrFrom>
                    <a:srgbClr val="FFFFFA"/>
                  </a:clrFrom>
                  <a:clrTo>
                    <a:srgbClr val="FFFFFA">
                      <a:alpha val="0"/>
                    </a:srgbClr>
                  </a:clrTo>
                </a:clrChange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42" t="20900" r="19546" b="23955"/>
              <a:stretch>
                <a:fillRect/>
              </a:stretch>
            </p:blipFill>
            <p:spPr bwMode="auto">
              <a:xfrm>
                <a:off x="7205985" y="3373070"/>
                <a:ext cx="2581514" cy="15378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C92EADA5-2FDF-BF80-976C-ECBF2A0A03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888715" y="2651360"/>
                    <a:ext cx="4348741" cy="155940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a:t>3. Autoregressive (AR)</a:t>
                    </a:r>
                  </a:p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a14:m>
                    <a:r>
                      <a:rPr lang="en-US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C92EADA5-2FDF-BF80-976C-ECBF2A0A03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88715" y="2651360"/>
                    <a:ext cx="4348741" cy="15594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538" t="-2500" r="-5128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48" name="Picture 2" descr="Generated image">
                <a:extLst>
                  <a:ext uri="{FF2B5EF4-FFF2-40B4-BE49-F238E27FC236}">
                    <a16:creationId xmlns:a16="http://schemas.microsoft.com/office/drawing/2014/main" id="{DE840911-758B-4418-D637-F5E161FC5E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clrChange>
                  <a:clrFrom>
                    <a:srgbClr val="FFFFFA"/>
                  </a:clrFrom>
                  <a:clrTo>
                    <a:srgbClr val="FFFFFA">
                      <a:alpha val="0"/>
                    </a:srgbClr>
                  </a:clrTo>
                </a:clrChange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742" t="20900" r="19546" b="23955"/>
              <a:stretch>
                <a:fillRect/>
              </a:stretch>
            </p:blipFill>
            <p:spPr bwMode="auto">
              <a:xfrm>
                <a:off x="11548685" y="3283768"/>
                <a:ext cx="2581514" cy="15378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3767579-5BAB-67C3-F886-9D0D17F4C8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2476" y="2702479"/>
                <a:ext cx="0" cy="2434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24EA94C-ED97-32E0-DF05-82E04BEE9E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35191" y="2711652"/>
                <a:ext cx="0" cy="24340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63484FE-86D3-F9CD-2D68-FF96FBF3B514}"/>
                </a:ext>
              </a:extLst>
            </p:cNvPr>
            <p:cNvCxnSpPr>
              <a:cxnSpLocks/>
            </p:cNvCxnSpPr>
            <p:nvPr/>
          </p:nvCxnSpPr>
          <p:spPr>
            <a:xfrm>
              <a:off x="843320" y="4112732"/>
              <a:ext cx="678983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731F69AB-64A2-6DA5-614F-35A32C377816}"/>
                </a:ext>
              </a:extLst>
            </p:cNvPr>
            <p:cNvSpPr/>
            <p:nvPr/>
          </p:nvSpPr>
          <p:spPr>
            <a:xfrm rot="5400000">
              <a:off x="2211295" y="1000840"/>
              <a:ext cx="1661786" cy="829568"/>
            </a:xfrm>
            <a:prstGeom prst="trapezoid">
              <a:avLst>
                <a:gd name="adj" fmla="val 57461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Aptos" panose="020B0004020202020204" pitchFamily="34" charset="0"/>
                </a:rPr>
                <a:t>E</a:t>
              </a:r>
            </a:p>
            <a:p>
              <a:pPr algn="ctr"/>
              <a:r>
                <a:rPr lang="en-US" sz="1600" i="1" dirty="0">
                  <a:solidFill>
                    <a:schemeClr val="tx1"/>
                  </a:solidFill>
                  <a:latin typeface="Aptos" panose="020B0004020202020204" pitchFamily="34" charset="0"/>
                </a:rPr>
                <a:t>Encoder</a:t>
              </a:r>
            </a:p>
          </p:txBody>
        </p:sp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76C7DFCC-FAD5-E3E7-81C8-9ECF6B6A2219}"/>
                </a:ext>
              </a:extLst>
            </p:cNvPr>
            <p:cNvSpPr/>
            <p:nvPr/>
          </p:nvSpPr>
          <p:spPr>
            <a:xfrm rot="5400000" flipV="1">
              <a:off x="4543705" y="977432"/>
              <a:ext cx="1638778" cy="853373"/>
            </a:xfrm>
            <a:prstGeom prst="trapezoid">
              <a:avLst>
                <a:gd name="adj" fmla="val 52795"/>
              </a:avLst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Aptos" panose="020B0004020202020204" pitchFamily="34" charset="0"/>
                </a:rPr>
                <a:t>D</a:t>
              </a:r>
            </a:p>
            <a:p>
              <a:pPr algn="ctr"/>
              <a:r>
                <a:rPr lang="en-US" sz="1600" i="1" dirty="0">
                  <a:solidFill>
                    <a:schemeClr val="tx1"/>
                  </a:solidFill>
                  <a:latin typeface="Aptos" panose="020B0004020202020204" pitchFamily="34" charset="0"/>
                </a:rPr>
                <a:t>Decoder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3451D1-B605-E6C2-5998-BB6554215312}"/>
                </a:ext>
              </a:extLst>
            </p:cNvPr>
            <p:cNvSpPr/>
            <p:nvPr/>
          </p:nvSpPr>
          <p:spPr>
            <a:xfrm>
              <a:off x="3338134" y="2451741"/>
              <a:ext cx="1741989" cy="88311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i="1" dirty="0">
                  <a:solidFill>
                    <a:schemeClr val="tx1"/>
                  </a:solidFill>
                  <a:latin typeface="Aptos" panose="020B0004020202020204" pitchFamily="34" charset="0"/>
                </a:rPr>
                <a:t>F</a:t>
              </a:r>
            </a:p>
            <a:p>
              <a:pPr algn="ctr"/>
              <a:r>
                <a:rPr lang="en-US" sz="1600" i="1" dirty="0">
                  <a:solidFill>
                    <a:schemeClr val="tx1"/>
                  </a:solidFill>
                  <a:latin typeface="Aptos" panose="020B0004020202020204" pitchFamily="34" charset="0"/>
                </a:rPr>
                <a:t>Dynamics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349A17B-03ED-B02A-6DD4-AEA2CB33B2AD}"/>
                </a:ext>
              </a:extLst>
            </p:cNvPr>
            <p:cNvCxnSpPr>
              <a:cxnSpLocks/>
            </p:cNvCxnSpPr>
            <p:nvPr/>
          </p:nvCxnSpPr>
          <p:spPr>
            <a:xfrm>
              <a:off x="2216526" y="1482978"/>
              <a:ext cx="362477" cy="3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35">
                  <a:extLst>
                    <a:ext uri="{FF2B5EF4-FFF2-40B4-BE49-F238E27FC236}">
                      <a16:creationId xmlns:a16="http://schemas.microsoft.com/office/drawing/2014/main" id="{D042E131-C70A-6E8E-F7D4-2159F277E9A8}"/>
                    </a:ext>
                  </a:extLst>
                </p:cNvPr>
                <p:cNvSpPr txBox="1"/>
                <p:nvPr/>
              </p:nvSpPr>
              <p:spPr>
                <a:xfrm>
                  <a:off x="3921267" y="1324752"/>
                  <a:ext cx="575725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en-US" sz="2400" b="1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0" name="TextBox 35">
                  <a:extLst>
                    <a:ext uri="{FF2B5EF4-FFF2-40B4-BE49-F238E27FC236}">
                      <a16:creationId xmlns:a16="http://schemas.microsoft.com/office/drawing/2014/main" id="{D042E131-C70A-6E8E-F7D4-2159F277E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267" y="1324752"/>
                  <a:ext cx="57572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563CF4E-A1EC-D01D-5497-2D352643F318}"/>
                </a:ext>
              </a:extLst>
            </p:cNvPr>
            <p:cNvCxnSpPr>
              <a:cxnSpLocks/>
            </p:cNvCxnSpPr>
            <p:nvPr/>
          </p:nvCxnSpPr>
          <p:spPr>
            <a:xfrm>
              <a:off x="3593242" y="1454635"/>
              <a:ext cx="43908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400ACC8-E5D1-E738-BB9D-821402F49EC2}"/>
                </a:ext>
              </a:extLst>
            </p:cNvPr>
            <p:cNvCxnSpPr>
              <a:cxnSpLocks/>
            </p:cNvCxnSpPr>
            <p:nvPr/>
          </p:nvCxnSpPr>
          <p:spPr>
            <a:xfrm>
              <a:off x="4496992" y="1462216"/>
              <a:ext cx="3840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46695C8-C3FC-FF4F-A331-734B7150B70A}"/>
                </a:ext>
              </a:extLst>
            </p:cNvPr>
            <p:cNvSpPr/>
            <p:nvPr/>
          </p:nvSpPr>
          <p:spPr>
            <a:xfrm rot="5400000">
              <a:off x="1171275" y="1300617"/>
              <a:ext cx="1707721" cy="27594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Normalize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35">
                  <a:extLst>
                    <a:ext uri="{FF2B5EF4-FFF2-40B4-BE49-F238E27FC236}">
                      <a16:creationId xmlns:a16="http://schemas.microsoft.com/office/drawing/2014/main" id="{FA236886-EE14-722D-BC2D-E80E2EBDC0F7}"/>
                    </a:ext>
                  </a:extLst>
                </p:cNvPr>
                <p:cNvSpPr txBox="1"/>
                <p:nvPr/>
              </p:nvSpPr>
              <p:spPr>
                <a:xfrm>
                  <a:off x="909742" y="1273245"/>
                  <a:ext cx="575725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3" name="TextBox 35">
                  <a:extLst>
                    <a:ext uri="{FF2B5EF4-FFF2-40B4-BE49-F238E27FC236}">
                      <a16:creationId xmlns:a16="http://schemas.microsoft.com/office/drawing/2014/main" id="{FA236886-EE14-722D-BC2D-E80E2EBDC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42" y="1273245"/>
                  <a:ext cx="57572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2A900F1-B745-6AD2-0175-CE011B5D95B5}"/>
                </a:ext>
              </a:extLst>
            </p:cNvPr>
            <p:cNvCxnSpPr>
              <a:cxnSpLocks/>
            </p:cNvCxnSpPr>
            <p:nvPr/>
          </p:nvCxnSpPr>
          <p:spPr>
            <a:xfrm>
              <a:off x="1448625" y="1469130"/>
              <a:ext cx="362477" cy="3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35">
                  <a:extLst>
                    <a:ext uri="{FF2B5EF4-FFF2-40B4-BE49-F238E27FC236}">
                      <a16:creationId xmlns:a16="http://schemas.microsoft.com/office/drawing/2014/main" id="{8C18E4D3-330F-8253-FFFA-1D4D29CB180A}"/>
                    </a:ext>
                  </a:extLst>
                </p:cNvPr>
                <p:cNvSpPr txBox="1"/>
                <p:nvPr/>
              </p:nvSpPr>
              <p:spPr>
                <a:xfrm>
                  <a:off x="7361806" y="1329729"/>
                  <a:ext cx="275944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400" b="1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6" name="TextBox 35">
                  <a:extLst>
                    <a:ext uri="{FF2B5EF4-FFF2-40B4-BE49-F238E27FC236}">
                      <a16:creationId xmlns:a16="http://schemas.microsoft.com/office/drawing/2014/main" id="{8C18E4D3-330F-8253-FFFA-1D4D29CB1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806" y="1329729"/>
                  <a:ext cx="275944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8696" r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088F81-3654-66D6-034F-13B12EC324C5}"/>
                </a:ext>
              </a:extLst>
            </p:cNvPr>
            <p:cNvSpPr/>
            <p:nvPr/>
          </p:nvSpPr>
          <p:spPr>
            <a:xfrm rot="5400000">
              <a:off x="5969643" y="1331158"/>
              <a:ext cx="1707721" cy="27594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i="1" dirty="0">
                  <a:solidFill>
                    <a:schemeClr val="tx1"/>
                  </a:solidFill>
                </a:rPr>
                <a:t>Denormalize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F6EBB918-602D-1C51-D8E0-E7734D1D07CD}"/>
                </a:ext>
              </a:extLst>
            </p:cNvPr>
            <p:cNvCxnSpPr>
              <a:cxnSpLocks/>
            </p:cNvCxnSpPr>
            <p:nvPr/>
          </p:nvCxnSpPr>
          <p:spPr>
            <a:xfrm>
              <a:off x="5918102" y="1509418"/>
              <a:ext cx="6715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5B91910-378F-287B-98FC-26449B4ECDB9}"/>
                </a:ext>
              </a:extLst>
            </p:cNvPr>
            <p:cNvCxnSpPr>
              <a:cxnSpLocks/>
            </p:cNvCxnSpPr>
            <p:nvPr/>
          </p:nvCxnSpPr>
          <p:spPr>
            <a:xfrm>
              <a:off x="6999644" y="1509418"/>
              <a:ext cx="38402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489D79C0-3471-851F-32D2-1C55D18E5832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rot="5400000">
              <a:off x="3104258" y="1916747"/>
              <a:ext cx="1210429" cy="742675"/>
            </a:xfrm>
            <a:prstGeom prst="curvedConnector4">
              <a:avLst>
                <a:gd name="adj1" fmla="val 31760"/>
                <a:gd name="adj2" fmla="val 130781"/>
              </a:avLst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182A9C2C-C36D-95E1-6B4A-9F3ABF1AC9AC}"/>
                </a:ext>
              </a:extLst>
            </p:cNvPr>
            <p:cNvCxnSpPr>
              <a:cxnSpLocks/>
              <a:stCxn id="11" idx="6"/>
            </p:cNvCxnSpPr>
            <p:nvPr/>
          </p:nvCxnSpPr>
          <p:spPr>
            <a:xfrm flipH="1" flipV="1">
              <a:off x="4352463" y="1667444"/>
              <a:ext cx="727660" cy="1225855"/>
            </a:xfrm>
            <a:prstGeom prst="curvedConnector4">
              <a:avLst>
                <a:gd name="adj1" fmla="val -31416"/>
                <a:gd name="adj2" fmla="val 68010"/>
              </a:avLst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U-Turn Arrow 73">
              <a:extLst>
                <a:ext uri="{FF2B5EF4-FFF2-40B4-BE49-F238E27FC236}">
                  <a16:creationId xmlns:a16="http://schemas.microsoft.com/office/drawing/2014/main" id="{1EC8087F-D324-5F7F-1953-B77D5AC57506}"/>
                </a:ext>
              </a:extLst>
            </p:cNvPr>
            <p:cNvSpPr/>
            <p:nvPr/>
          </p:nvSpPr>
          <p:spPr>
            <a:xfrm rot="10800000">
              <a:off x="4352461" y="3228044"/>
              <a:ext cx="472555" cy="500255"/>
            </a:xfrm>
            <a:prstGeom prst="uturnArrow">
              <a:avLst>
                <a:gd name="adj1" fmla="val 6486"/>
                <a:gd name="adj2" fmla="val 13099"/>
                <a:gd name="adj3" fmla="val 22356"/>
                <a:gd name="adj4" fmla="val 43750"/>
                <a:gd name="adj5" fmla="val 75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35">
                  <a:extLst>
                    <a:ext uri="{FF2B5EF4-FFF2-40B4-BE49-F238E27FC236}">
                      <a16:creationId xmlns:a16="http://schemas.microsoft.com/office/drawing/2014/main" id="{97D320F6-37DE-3C0C-C427-B3EC34CDCB35}"/>
                    </a:ext>
                  </a:extLst>
                </p:cNvPr>
                <p:cNvSpPr txBox="1"/>
                <p:nvPr/>
              </p:nvSpPr>
              <p:spPr>
                <a:xfrm>
                  <a:off x="4718578" y="3300344"/>
                  <a:ext cx="575725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000" dirty="0">
                    <a:solidFill>
                      <a:schemeClr val="accent6"/>
                    </a:solidFill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6" name="TextBox 35">
                  <a:extLst>
                    <a:ext uri="{FF2B5EF4-FFF2-40B4-BE49-F238E27FC236}">
                      <a16:creationId xmlns:a16="http://schemas.microsoft.com/office/drawing/2014/main" id="{97D320F6-37DE-3C0C-C427-B3EC34CDC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8578" y="3300344"/>
                  <a:ext cx="575725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35">
                  <a:extLst>
                    <a:ext uri="{FF2B5EF4-FFF2-40B4-BE49-F238E27FC236}">
                      <a16:creationId xmlns:a16="http://schemas.microsoft.com/office/drawing/2014/main" id="{77701C4E-68C1-CE44-96B2-9D0D80161CD2}"/>
                    </a:ext>
                  </a:extLst>
                </p:cNvPr>
                <p:cNvSpPr txBox="1"/>
                <p:nvPr/>
              </p:nvSpPr>
              <p:spPr>
                <a:xfrm>
                  <a:off x="2316598" y="2379305"/>
                  <a:ext cx="829568" cy="5944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7" name="TextBox 35">
                  <a:extLst>
                    <a:ext uri="{FF2B5EF4-FFF2-40B4-BE49-F238E27FC236}">
                      <a16:creationId xmlns:a16="http://schemas.microsoft.com/office/drawing/2014/main" id="{77701C4E-68C1-CE44-96B2-9D0D80161C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6598" y="2379305"/>
                  <a:ext cx="829568" cy="594458"/>
                </a:xfrm>
                <a:prstGeom prst="rect">
                  <a:avLst/>
                </a:prstGeom>
                <a:blipFill>
                  <a:blip r:embed="rId11"/>
                  <a:stretch>
                    <a:fillRect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F2404BE-BFCE-CF11-2689-E9664916BFFE}"/>
                </a:ext>
              </a:extLst>
            </p:cNvPr>
            <p:cNvSpPr txBox="1"/>
            <p:nvPr/>
          </p:nvSpPr>
          <p:spPr>
            <a:xfrm>
              <a:off x="815815" y="514975"/>
              <a:ext cx="538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a)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44666F5-0440-0F6D-5295-5D39F5A42F8A}"/>
                </a:ext>
              </a:extLst>
            </p:cNvPr>
            <p:cNvSpPr txBox="1"/>
            <p:nvPr/>
          </p:nvSpPr>
          <p:spPr>
            <a:xfrm>
              <a:off x="843320" y="4127833"/>
              <a:ext cx="480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35">
                  <a:extLst>
                    <a:ext uri="{FF2B5EF4-FFF2-40B4-BE49-F238E27FC236}">
                      <a16:creationId xmlns:a16="http://schemas.microsoft.com/office/drawing/2014/main" id="{858B71BA-09A6-BD82-887F-B096F6501377}"/>
                    </a:ext>
                  </a:extLst>
                </p:cNvPr>
                <p:cNvSpPr txBox="1"/>
                <p:nvPr/>
              </p:nvSpPr>
              <p:spPr>
                <a:xfrm>
                  <a:off x="5322730" y="2379305"/>
                  <a:ext cx="1282280" cy="6027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US" sz="2000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000" dirty="0"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TextBox 35">
                  <a:extLst>
                    <a:ext uri="{FF2B5EF4-FFF2-40B4-BE49-F238E27FC236}">
                      <a16:creationId xmlns:a16="http://schemas.microsoft.com/office/drawing/2014/main" id="{858B71BA-09A6-BD82-887F-B096F65013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2730" y="2379305"/>
                  <a:ext cx="1282280" cy="602794"/>
                </a:xfrm>
                <a:prstGeom prst="rect">
                  <a:avLst/>
                </a:prstGeom>
                <a:blipFill>
                  <a:blip r:embed="rId12"/>
                  <a:stretch>
                    <a:fillRect r="-2970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D2BBC1B0-9C2A-695C-55CA-37A7122AD67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978824" y="2487844"/>
              <a:ext cx="384085" cy="291463"/>
            </a:xfrm>
            <a:prstGeom prst="curvedConnector2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788B312C-14A7-7BB6-93B3-26604C0609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0411" y="2364205"/>
              <a:ext cx="264261" cy="450182"/>
            </a:xfrm>
            <a:prstGeom prst="curvedConnector2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926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C566-30FB-C5E0-1004-2C3929CB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01BEE00-70EF-A39D-2975-6C6AB8379312}"/>
              </a:ext>
            </a:extLst>
          </p:cNvPr>
          <p:cNvSpPr txBox="1"/>
          <p:nvPr/>
        </p:nvSpPr>
        <p:spPr>
          <a:xfrm>
            <a:off x="29872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a) </a:t>
            </a:r>
            <a:r>
              <a:rPr lang="en-US" dirty="0">
                <a:latin typeface="Aptos" panose="020B0004020202020204" pitchFamily="34" charset="0"/>
              </a:rPr>
              <a:t>80min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47E5E7-98C2-EFF8-7F50-D62F1A059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11" t="10494" r="17774" b="6296"/>
          <a:stretch>
            <a:fillRect/>
          </a:stretch>
        </p:blipFill>
        <p:spPr>
          <a:xfrm>
            <a:off x="103375" y="826696"/>
            <a:ext cx="2665945" cy="35499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C8D3FB2-FF0F-9AC6-D560-8197FAAAEC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14" t="11509" r="18870" b="5404"/>
          <a:stretch>
            <a:fillRect/>
          </a:stretch>
        </p:blipFill>
        <p:spPr>
          <a:xfrm>
            <a:off x="2769320" y="826696"/>
            <a:ext cx="2669865" cy="35499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FCE5C16-FB0A-522B-34EA-3F261378EF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814" t="11930" r="18870" b="5123"/>
          <a:stretch>
            <a:fillRect/>
          </a:stretch>
        </p:blipFill>
        <p:spPr>
          <a:xfrm>
            <a:off x="5603276" y="826696"/>
            <a:ext cx="2674383" cy="354994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41D20DC-4C0A-FBC7-C334-5E59503B54AA}"/>
              </a:ext>
            </a:extLst>
          </p:cNvPr>
          <p:cNvSpPr txBox="1"/>
          <p:nvPr/>
        </p:nvSpPr>
        <p:spPr>
          <a:xfrm>
            <a:off x="264877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b) </a:t>
            </a:r>
            <a:r>
              <a:rPr lang="en-US" dirty="0">
                <a:latin typeface="Aptos" panose="020B0004020202020204" pitchFamily="34" charset="0"/>
              </a:rPr>
              <a:t>1.5h*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94BB7B-3CD1-C566-D69D-5874EE42D86B}"/>
              </a:ext>
            </a:extLst>
          </p:cNvPr>
          <p:cNvSpPr txBox="1"/>
          <p:nvPr/>
        </p:nvSpPr>
        <p:spPr>
          <a:xfrm>
            <a:off x="4839231" y="328535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c) </a:t>
            </a:r>
            <a:r>
              <a:rPr lang="en-US" dirty="0">
                <a:latin typeface="Aptos" panose="020B0004020202020204" pitchFamily="34" charset="0"/>
              </a:rPr>
              <a:t>2h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1EA530-737D-1D06-CB07-44BA23DA9B4E}"/>
              </a:ext>
            </a:extLst>
          </p:cNvPr>
          <p:cNvSpPr txBox="1"/>
          <p:nvPr/>
        </p:nvSpPr>
        <p:spPr>
          <a:xfrm>
            <a:off x="7891603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d) </a:t>
            </a:r>
            <a:r>
              <a:rPr lang="en-US" dirty="0">
                <a:latin typeface="Aptos" panose="020B0004020202020204" pitchFamily="34" charset="0"/>
              </a:rPr>
              <a:t>RICO: 20h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1AF4A96-A5D3-BABE-E483-17CB720D1C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04" t="31733" r="3854" b="26597"/>
          <a:stretch>
            <a:fillRect/>
          </a:stretch>
        </p:blipFill>
        <p:spPr>
          <a:xfrm>
            <a:off x="8334008" y="826696"/>
            <a:ext cx="3880056" cy="184369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FFDDE2D-7227-1EDF-2E56-EA1CB4847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46029"/>
            <a:ext cx="2558203" cy="25582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ACA0E46-754D-2EB0-1586-363797A2B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5945" y="4361333"/>
            <a:ext cx="2558203" cy="255820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BC0C8EF-0F97-1D37-DFC6-1C731D2F8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50" y="4315421"/>
            <a:ext cx="2558203" cy="255820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5EDE24-CF53-6C60-393D-2B5F180D87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2560" y="4315421"/>
            <a:ext cx="2558203" cy="2558203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0E3752-23D7-5496-A15A-6EDE87B96A43}"/>
              </a:ext>
            </a:extLst>
          </p:cNvPr>
          <p:cNvCxnSpPr>
            <a:cxnSpLocks/>
          </p:cNvCxnSpPr>
          <p:nvPr/>
        </p:nvCxnSpPr>
        <p:spPr>
          <a:xfrm>
            <a:off x="8277659" y="826696"/>
            <a:ext cx="0" cy="59109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28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16017B-CF74-6DC9-C8E0-FBDC21E6C9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2" r="26536"/>
          <a:stretch>
            <a:fillRect/>
          </a:stretch>
        </p:blipFill>
        <p:spPr>
          <a:xfrm>
            <a:off x="306042" y="1907252"/>
            <a:ext cx="3438968" cy="36103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22557D-440D-7C4A-127F-99CF8FA8CB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3" r="24776"/>
          <a:stretch>
            <a:fillRect/>
          </a:stretch>
        </p:blipFill>
        <p:spPr>
          <a:xfrm>
            <a:off x="3745010" y="1842268"/>
            <a:ext cx="3576270" cy="36753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2722EB-82CC-99AE-B645-39EB95BABF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91"/>
          <a:stretch>
            <a:fillRect/>
          </a:stretch>
        </p:blipFill>
        <p:spPr>
          <a:xfrm>
            <a:off x="7321280" y="1842268"/>
            <a:ext cx="4387403" cy="36103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26E07D-A6DA-40ED-F1D5-A488DAFA13CE}"/>
              </a:ext>
            </a:extLst>
          </p:cNvPr>
          <p:cNvSpPr txBox="1"/>
          <p:nvPr/>
        </p:nvSpPr>
        <p:spPr>
          <a:xfrm>
            <a:off x="-233953" y="1983522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a)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ptos" panose="020B0004020202020204" pitchFamily="34" charset="0"/>
              </a:rPr>
              <a:t>SINDy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48505-F0F3-312D-F32C-413928F824FB}"/>
              </a:ext>
            </a:extLst>
          </p:cNvPr>
          <p:cNvSpPr txBox="1"/>
          <p:nvPr/>
        </p:nvSpPr>
        <p:spPr>
          <a:xfrm>
            <a:off x="3548031" y="1968080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NN-driven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275C6-77D0-1357-A7B7-C805BB20D113}"/>
              </a:ext>
            </a:extLst>
          </p:cNvPr>
          <p:cNvSpPr txBox="1"/>
          <p:nvPr/>
        </p:nvSpPr>
        <p:spPr>
          <a:xfrm>
            <a:off x="7321280" y="1955790"/>
            <a:ext cx="245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c)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Autoregressive (AR)</a:t>
            </a:r>
          </a:p>
        </p:txBody>
      </p:sp>
    </p:spTree>
    <p:extLst>
      <p:ext uri="{BB962C8B-B14F-4D97-AF65-F5344CB8AC3E}">
        <p14:creationId xmlns:p14="http://schemas.microsoft.com/office/powerpoint/2010/main" val="135658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AC15706-19FA-F1F8-50C9-256D40185904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4B7A5B-C913-F31C-05F5-7BF25A181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843" y="265668"/>
            <a:ext cx="6457951" cy="2870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89A3767-2AE1-67D8-B2DD-1AA000E52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63" t="30501" r="26851" b="34140"/>
          <a:stretch>
            <a:fillRect/>
          </a:stretch>
        </p:blipFill>
        <p:spPr>
          <a:xfrm>
            <a:off x="1472618" y="3082789"/>
            <a:ext cx="6426400" cy="14206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9E2FBCF-1310-E099-5DC1-43F723F20C02}"/>
              </a:ext>
            </a:extLst>
          </p:cNvPr>
          <p:cNvSpPr txBox="1"/>
          <p:nvPr/>
        </p:nvSpPr>
        <p:spPr>
          <a:xfrm>
            <a:off x="1456843" y="265668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D42712-F12E-14C4-1513-953CA28B91C6}"/>
              </a:ext>
            </a:extLst>
          </p:cNvPr>
          <p:cNvSpPr txBox="1"/>
          <p:nvPr/>
        </p:nvSpPr>
        <p:spPr>
          <a:xfrm>
            <a:off x="1472618" y="312122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 err="1"/>
              <a:t>SINDy</a:t>
            </a:r>
            <a:endParaRPr lang="en-US" sz="1200" b="1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5332E1-E96E-6894-2BB9-0788C160B6BA}"/>
              </a:ext>
            </a:extLst>
          </p:cNvPr>
          <p:cNvGrpSpPr/>
          <p:nvPr/>
        </p:nvGrpSpPr>
        <p:grpSpPr>
          <a:xfrm>
            <a:off x="1489979" y="4644687"/>
            <a:ext cx="6457951" cy="948072"/>
            <a:chOff x="1270784" y="4947915"/>
            <a:chExt cx="7715856" cy="121844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3E1E383-A30A-1A4F-AC3F-6D69AAED2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551" t="41292" r="26606" b="35304"/>
            <a:stretch>
              <a:fillRect/>
            </a:stretch>
          </p:blipFill>
          <p:spPr>
            <a:xfrm>
              <a:off x="1270784" y="4947915"/>
              <a:ext cx="7715856" cy="1132372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6A2A18-044D-7325-C995-5E2D6957237E}"/>
                </a:ext>
              </a:extLst>
            </p:cNvPr>
            <p:cNvSpPr/>
            <p:nvPr/>
          </p:nvSpPr>
          <p:spPr>
            <a:xfrm>
              <a:off x="8097864" y="5112369"/>
              <a:ext cx="61994" cy="79041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968F59C-7DFD-20FF-5566-05C89916F407}"/>
                </a:ext>
              </a:extLst>
            </p:cNvPr>
            <p:cNvSpPr/>
            <p:nvPr/>
          </p:nvSpPr>
          <p:spPr>
            <a:xfrm>
              <a:off x="3104825" y="5111650"/>
              <a:ext cx="61994" cy="79041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5ADE2DD-C830-8AA1-5DBE-97C098FE9F48}"/>
                </a:ext>
              </a:extLst>
            </p:cNvPr>
            <p:cNvSpPr/>
            <p:nvPr/>
          </p:nvSpPr>
          <p:spPr>
            <a:xfrm>
              <a:off x="6364635" y="5112369"/>
              <a:ext cx="61994" cy="79041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1E7C119-6CC1-840C-A682-4A0F8BA962D4}"/>
                </a:ext>
              </a:extLst>
            </p:cNvPr>
            <p:cNvSpPr txBox="1"/>
            <p:nvPr/>
          </p:nvSpPr>
          <p:spPr>
            <a:xfrm>
              <a:off x="2921756" y="5881607"/>
              <a:ext cx="8417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P50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0550AFB-8D2D-4157-EF62-09269555323D}"/>
                </a:ext>
              </a:extLst>
            </p:cNvPr>
            <p:cNvSpPr txBox="1"/>
            <p:nvPr/>
          </p:nvSpPr>
          <p:spPr>
            <a:xfrm>
              <a:off x="6181567" y="5881606"/>
              <a:ext cx="8417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P90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23B2AF-7287-F328-42B6-B782700FEFA6}"/>
                </a:ext>
              </a:extLst>
            </p:cNvPr>
            <p:cNvSpPr txBox="1"/>
            <p:nvPr/>
          </p:nvSpPr>
          <p:spPr>
            <a:xfrm>
              <a:off x="7914794" y="5889356"/>
              <a:ext cx="8417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P10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2C56078-3DE1-C826-3241-A978C08F126A}"/>
              </a:ext>
            </a:extLst>
          </p:cNvPr>
          <p:cNvSpPr txBox="1"/>
          <p:nvPr/>
        </p:nvSpPr>
        <p:spPr>
          <a:xfrm>
            <a:off x="1456841" y="4389363"/>
            <a:ext cx="1240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NN-driven*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F1AA45-60D2-6D72-94A7-2D5AC5AD7312}"/>
              </a:ext>
            </a:extLst>
          </p:cNvPr>
          <p:cNvSpPr txBox="1"/>
          <p:nvPr/>
        </p:nvSpPr>
        <p:spPr>
          <a:xfrm>
            <a:off x="1456841" y="546000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AB931B3-373B-3E1C-3561-65BD0004AA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163" t="41191" r="26613" b="34140"/>
          <a:stretch>
            <a:fillRect/>
          </a:stretch>
        </p:blipFill>
        <p:spPr>
          <a:xfrm>
            <a:off x="1419874" y="5734050"/>
            <a:ext cx="6541216" cy="10038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884AC3-5AA5-0496-DD33-854737B2FBB4}"/>
              </a:ext>
            </a:extLst>
          </p:cNvPr>
          <p:cNvSpPr/>
          <p:nvPr/>
        </p:nvSpPr>
        <p:spPr>
          <a:xfrm>
            <a:off x="3813717" y="3082790"/>
            <a:ext cx="1991557" cy="128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4FB71-371B-2CB7-377D-1CF9CB50BE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095" t="31110" r="49335" b="65684"/>
          <a:stretch>
            <a:fillRect/>
          </a:stretch>
        </p:blipFill>
        <p:spPr>
          <a:xfrm>
            <a:off x="4435431" y="3099707"/>
            <a:ext cx="1013798" cy="12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9474AD-595A-EBD1-4D17-4E6912AEB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92" y="408830"/>
            <a:ext cx="4085967" cy="20429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43EFA6-50E9-CEBE-D1B3-97626D1A6C08}"/>
              </a:ext>
            </a:extLst>
          </p:cNvPr>
          <p:cNvSpPr txBox="1"/>
          <p:nvPr/>
        </p:nvSpPr>
        <p:spPr>
          <a:xfrm>
            <a:off x="2534657" y="290440"/>
            <a:ext cx="10137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a) </a:t>
            </a:r>
            <a:r>
              <a:rPr lang="en-US" sz="1100" dirty="0" err="1"/>
              <a:t>SINDy</a:t>
            </a:r>
            <a:endParaRPr lang="en-US" sz="11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655E92-A156-DBB2-48DD-243390155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2" y="2582619"/>
            <a:ext cx="4085967" cy="20429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7B52B4-01D8-0898-7E41-8B0419FB3EE4}"/>
              </a:ext>
            </a:extLst>
          </p:cNvPr>
          <p:cNvSpPr txBox="1"/>
          <p:nvPr/>
        </p:nvSpPr>
        <p:spPr>
          <a:xfrm>
            <a:off x="2457473" y="2486139"/>
            <a:ext cx="1240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b) </a:t>
            </a:r>
            <a:r>
              <a:rPr lang="en-US" sz="1100" dirty="0"/>
              <a:t>NN-driven</a:t>
            </a:r>
            <a:endParaRPr lang="en-US" sz="11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AB1E86-D1E8-833F-D3A9-6D08ED0F8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657" y="4691507"/>
            <a:ext cx="4085968" cy="20429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C1A71A-BE91-75CF-E81F-7AD88F0EFF75}"/>
              </a:ext>
            </a:extLst>
          </p:cNvPr>
          <p:cNvSpPr txBox="1"/>
          <p:nvPr/>
        </p:nvSpPr>
        <p:spPr>
          <a:xfrm>
            <a:off x="2545492" y="4596400"/>
            <a:ext cx="841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c) </a:t>
            </a:r>
            <a:r>
              <a:rPr lang="en-US" sz="1100" dirty="0"/>
              <a:t>AR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3646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A676-BC81-FE4B-0909-3AC912A5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A21A4DF-2FD2-2536-3AD6-3FC70E601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92" y="4611031"/>
            <a:ext cx="4493938" cy="2246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0F7D46-E8B9-8B38-B113-97E201573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2" y="290440"/>
            <a:ext cx="4493937" cy="2246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92866-86A5-2DC9-74F1-367B16EDC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492" y="2480236"/>
            <a:ext cx="4493938" cy="22469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1473C1-A6F8-5822-32F1-C708156808BD}"/>
              </a:ext>
            </a:extLst>
          </p:cNvPr>
          <p:cNvSpPr txBox="1"/>
          <p:nvPr/>
        </p:nvSpPr>
        <p:spPr>
          <a:xfrm>
            <a:off x="2534657" y="290440"/>
            <a:ext cx="10137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a) </a:t>
            </a:r>
            <a:r>
              <a:rPr lang="en-US" sz="1100" dirty="0" err="1"/>
              <a:t>SINDy</a:t>
            </a:r>
            <a:endParaRPr lang="en-US" sz="11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1BB-86A8-C807-07EE-CDC9C356C9A8}"/>
              </a:ext>
            </a:extLst>
          </p:cNvPr>
          <p:cNvSpPr txBox="1"/>
          <p:nvPr/>
        </p:nvSpPr>
        <p:spPr>
          <a:xfrm>
            <a:off x="2457473" y="2486139"/>
            <a:ext cx="1240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b) </a:t>
            </a:r>
            <a:r>
              <a:rPr lang="en-US" sz="1100" dirty="0"/>
              <a:t>NN-driven</a:t>
            </a:r>
            <a:endParaRPr lang="en-US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0F855-0807-2C78-F577-3E9A635BFC79}"/>
              </a:ext>
            </a:extLst>
          </p:cNvPr>
          <p:cNvSpPr txBox="1"/>
          <p:nvPr/>
        </p:nvSpPr>
        <p:spPr>
          <a:xfrm>
            <a:off x="2545492" y="4596400"/>
            <a:ext cx="841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c) </a:t>
            </a:r>
            <a:r>
              <a:rPr lang="en-US" sz="1100" dirty="0"/>
              <a:t>AR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6582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3A9F-1143-B35A-9828-04A5EF28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694F39-970F-97C9-AAEF-421C63562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30" y="167387"/>
            <a:ext cx="6400388" cy="2880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9C25CB-890F-AD31-7380-E2292CEC071D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6E929-6A65-B67E-D260-12BDE50EF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153" b="35673"/>
          <a:stretch>
            <a:fillRect/>
          </a:stretch>
        </p:blipFill>
        <p:spPr>
          <a:xfrm>
            <a:off x="1419874" y="3121223"/>
            <a:ext cx="6541216" cy="12627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D67421B-EBAE-967E-0B04-566DE651F3A1}"/>
              </a:ext>
            </a:extLst>
          </p:cNvPr>
          <p:cNvSpPr txBox="1"/>
          <p:nvPr/>
        </p:nvSpPr>
        <p:spPr>
          <a:xfrm>
            <a:off x="1456843" y="265668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62F884-791D-56BE-79C6-CF77C4B9FD76}"/>
              </a:ext>
            </a:extLst>
          </p:cNvPr>
          <p:cNvSpPr txBox="1"/>
          <p:nvPr/>
        </p:nvSpPr>
        <p:spPr>
          <a:xfrm>
            <a:off x="1472618" y="312122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 err="1"/>
              <a:t>SINDy</a:t>
            </a:r>
            <a:endParaRPr 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2A0E3-CDEA-4573-3335-AA9D6E0AC4D5}"/>
              </a:ext>
            </a:extLst>
          </p:cNvPr>
          <p:cNvSpPr txBox="1"/>
          <p:nvPr/>
        </p:nvSpPr>
        <p:spPr>
          <a:xfrm>
            <a:off x="1456841" y="4389363"/>
            <a:ext cx="1240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NN-driven*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6527C-BE20-5AFF-EBFD-EBAF34970DAA}"/>
              </a:ext>
            </a:extLst>
          </p:cNvPr>
          <p:cNvSpPr txBox="1"/>
          <p:nvPr/>
        </p:nvSpPr>
        <p:spPr>
          <a:xfrm>
            <a:off x="1456841" y="546000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37D20-54FD-AE17-F7A6-585A0C854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998" b="36391"/>
          <a:stretch>
            <a:fillRect/>
          </a:stretch>
        </p:blipFill>
        <p:spPr>
          <a:xfrm>
            <a:off x="1419874" y="4611850"/>
            <a:ext cx="6541216" cy="848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404A84-4B15-A024-278A-A2F3821DBF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998" b="35745"/>
          <a:stretch>
            <a:fillRect/>
          </a:stretch>
        </p:blipFill>
        <p:spPr>
          <a:xfrm>
            <a:off x="1419874" y="5688559"/>
            <a:ext cx="6541216" cy="8735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D2A339-2D89-085D-23ED-8CDAC6B960F4}"/>
              </a:ext>
            </a:extLst>
          </p:cNvPr>
          <p:cNvSpPr/>
          <p:nvPr/>
        </p:nvSpPr>
        <p:spPr>
          <a:xfrm>
            <a:off x="6301780" y="3665285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A600B-C457-F588-64FE-38DE6B29BD22}"/>
              </a:ext>
            </a:extLst>
          </p:cNvPr>
          <p:cNvSpPr txBox="1"/>
          <p:nvPr/>
        </p:nvSpPr>
        <p:spPr>
          <a:xfrm>
            <a:off x="6099829" y="6453084"/>
            <a:ext cx="7044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P5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416DC7-C611-E1EE-8FE3-4FEDEC06BB01}"/>
              </a:ext>
            </a:extLst>
          </p:cNvPr>
          <p:cNvSpPr/>
          <p:nvPr/>
        </p:nvSpPr>
        <p:spPr>
          <a:xfrm>
            <a:off x="6646427" y="3652754"/>
            <a:ext cx="45719" cy="7305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BDC054-2ADA-A82F-B1EB-27537093A0E1}"/>
              </a:ext>
            </a:extLst>
          </p:cNvPr>
          <p:cNvSpPr txBox="1"/>
          <p:nvPr/>
        </p:nvSpPr>
        <p:spPr>
          <a:xfrm>
            <a:off x="6547851" y="6455008"/>
            <a:ext cx="7044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P25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2B3F0-7BEC-CA63-AB30-0AD9881FD89D}"/>
              </a:ext>
            </a:extLst>
          </p:cNvPr>
          <p:cNvSpPr/>
          <p:nvPr/>
        </p:nvSpPr>
        <p:spPr>
          <a:xfrm>
            <a:off x="6401272" y="3634838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965D34-05F5-0730-0688-4F6D29F23B64}"/>
              </a:ext>
            </a:extLst>
          </p:cNvPr>
          <p:cNvSpPr txBox="1"/>
          <p:nvPr/>
        </p:nvSpPr>
        <p:spPr>
          <a:xfrm>
            <a:off x="6294184" y="6453084"/>
            <a:ext cx="45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P50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0DCEEB-7A41-8B19-9225-4A2FF4C76745}"/>
              </a:ext>
            </a:extLst>
          </p:cNvPr>
          <p:cNvSpPr/>
          <p:nvPr/>
        </p:nvSpPr>
        <p:spPr>
          <a:xfrm>
            <a:off x="2808359" y="3652755"/>
            <a:ext cx="45719" cy="6882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4F9334-2536-7221-76AD-4DD100651570}"/>
              </a:ext>
            </a:extLst>
          </p:cNvPr>
          <p:cNvSpPr txBox="1"/>
          <p:nvPr/>
        </p:nvSpPr>
        <p:spPr>
          <a:xfrm>
            <a:off x="2642601" y="6459929"/>
            <a:ext cx="7044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P75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E05789-5089-0136-B22F-3B8047594817}"/>
              </a:ext>
            </a:extLst>
          </p:cNvPr>
          <p:cNvSpPr/>
          <p:nvPr/>
        </p:nvSpPr>
        <p:spPr>
          <a:xfrm>
            <a:off x="6646427" y="4782548"/>
            <a:ext cx="45719" cy="7305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F29C22-400C-84DC-A7BF-3D840740C484}"/>
              </a:ext>
            </a:extLst>
          </p:cNvPr>
          <p:cNvSpPr/>
          <p:nvPr/>
        </p:nvSpPr>
        <p:spPr>
          <a:xfrm>
            <a:off x="6646426" y="5813659"/>
            <a:ext cx="54232" cy="6939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E8E405-1451-24BB-DC99-8A019728D276}"/>
              </a:ext>
            </a:extLst>
          </p:cNvPr>
          <p:cNvSpPr/>
          <p:nvPr/>
        </p:nvSpPr>
        <p:spPr>
          <a:xfrm>
            <a:off x="2804102" y="4765395"/>
            <a:ext cx="54232" cy="6939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D93E19-6A82-FE05-F233-AE6A193CD1F8}"/>
              </a:ext>
            </a:extLst>
          </p:cNvPr>
          <p:cNvSpPr/>
          <p:nvPr/>
        </p:nvSpPr>
        <p:spPr>
          <a:xfrm>
            <a:off x="2804102" y="5813659"/>
            <a:ext cx="54232" cy="6939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E96BD3-258F-7BE7-4548-A920A3781F00}"/>
              </a:ext>
            </a:extLst>
          </p:cNvPr>
          <p:cNvSpPr/>
          <p:nvPr/>
        </p:nvSpPr>
        <p:spPr>
          <a:xfrm>
            <a:off x="3813717" y="3097658"/>
            <a:ext cx="1991557" cy="128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3C88C-37BB-7B11-B166-D8EB683006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095" t="31110" r="49335" b="65684"/>
          <a:stretch>
            <a:fillRect/>
          </a:stretch>
        </p:blipFill>
        <p:spPr>
          <a:xfrm>
            <a:off x="4435431" y="3114575"/>
            <a:ext cx="1013798" cy="12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1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2663</TotalTime>
  <Words>129</Words>
  <Application>Microsoft Macintosh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Jong, Emily Katherine</dc:creator>
  <cp:lastModifiedBy>de Jong, Emily Katherine</cp:lastModifiedBy>
  <cp:revision>19</cp:revision>
  <dcterms:created xsi:type="dcterms:W3CDTF">2025-08-12T18:59:01Z</dcterms:created>
  <dcterms:modified xsi:type="dcterms:W3CDTF">2025-09-10T20:25:53Z</dcterms:modified>
</cp:coreProperties>
</file>